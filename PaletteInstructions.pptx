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027E6-3D61-40AE-B196-13DB84CC30F2}" v="18" dt="2026-01-30T11:52:31.8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yden Andrews" userId="a900b0b9c2d9fc9f" providerId="LiveId" clId="{6272F847-9BB4-417F-A861-A1D82C3E6007}"/>
    <pc:docChg chg="undo custSel addSld modSld">
      <pc:chgData name="Cayden Andrews" userId="a900b0b9c2d9fc9f" providerId="LiveId" clId="{6272F847-9BB4-417F-A861-A1D82C3E6007}" dt="2026-01-30T11:53:12.938" v="1260" actId="27636"/>
      <pc:docMkLst>
        <pc:docMk/>
      </pc:docMkLst>
      <pc:sldChg chg="modSp mod">
        <pc:chgData name="Cayden Andrews" userId="a900b0b9c2d9fc9f" providerId="LiveId" clId="{6272F847-9BB4-417F-A861-A1D82C3E6007}" dt="2026-01-24T10:25:55.759" v="139" actId="20577"/>
        <pc:sldMkLst>
          <pc:docMk/>
          <pc:sldMk cId="3541877911" sldId="256"/>
        </pc:sldMkLst>
        <pc:spChg chg="mod">
          <ac:chgData name="Cayden Andrews" userId="a900b0b9c2d9fc9f" providerId="LiveId" clId="{6272F847-9BB4-417F-A861-A1D82C3E6007}" dt="2026-01-24T10:25:55.759" v="139" actId="20577"/>
          <ac:spMkLst>
            <pc:docMk/>
            <pc:sldMk cId="3541877911" sldId="256"/>
            <ac:spMk id="2" creationId="{C17A49C7-27F7-5264-9AAA-5DF7B36CA60B}"/>
          </ac:spMkLst>
        </pc:spChg>
      </pc:sldChg>
      <pc:sldChg chg="addSp modSp mod">
        <pc:chgData name="Cayden Andrews" userId="a900b0b9c2d9fc9f" providerId="LiveId" clId="{6272F847-9BB4-417F-A861-A1D82C3E6007}" dt="2026-01-30T11:53:12.938" v="1260" actId="27636"/>
        <pc:sldMkLst>
          <pc:docMk/>
          <pc:sldMk cId="3658050002" sldId="257"/>
        </pc:sldMkLst>
        <pc:spChg chg="mod">
          <ac:chgData name="Cayden Andrews" userId="a900b0b9c2d9fc9f" providerId="LiveId" clId="{6272F847-9BB4-417F-A861-A1D82C3E6007}" dt="2026-01-30T11:53:12.938" v="1260" actId="27636"/>
          <ac:spMkLst>
            <pc:docMk/>
            <pc:sldMk cId="3658050002" sldId="257"/>
            <ac:spMk id="3" creationId="{053EF046-E325-9BA1-B94B-585349065372}"/>
          </ac:spMkLst>
        </pc:spChg>
        <pc:spChg chg="add mod">
          <ac:chgData name="Cayden Andrews" userId="a900b0b9c2d9fc9f" providerId="LiveId" clId="{6272F847-9BB4-417F-A861-A1D82C3E6007}" dt="2026-01-30T11:52:49.119" v="1197" actId="20577"/>
          <ac:spMkLst>
            <pc:docMk/>
            <pc:sldMk cId="3658050002" sldId="257"/>
            <ac:spMk id="4" creationId="{2B9AAB93-DB9D-98EB-5153-0BDEECA532CF}"/>
          </ac:spMkLst>
        </pc:spChg>
      </pc:sldChg>
      <pc:sldChg chg="modSp mod">
        <pc:chgData name="Cayden Andrews" userId="a900b0b9c2d9fc9f" providerId="LiveId" clId="{6272F847-9BB4-417F-A861-A1D82C3E6007}" dt="2026-01-30T11:10:24.742" v="266" actId="404"/>
        <pc:sldMkLst>
          <pc:docMk/>
          <pc:sldMk cId="2287900787" sldId="258"/>
        </pc:sldMkLst>
        <pc:spChg chg="mod">
          <ac:chgData name="Cayden Andrews" userId="a900b0b9c2d9fc9f" providerId="LiveId" clId="{6272F847-9BB4-417F-A861-A1D82C3E6007}" dt="2026-01-30T11:10:24.742" v="266" actId="404"/>
          <ac:spMkLst>
            <pc:docMk/>
            <pc:sldMk cId="2287900787" sldId="258"/>
            <ac:spMk id="4" creationId="{060FECD5-959D-3478-9F75-91B52DD75991}"/>
          </ac:spMkLst>
        </pc:spChg>
      </pc:sldChg>
      <pc:sldChg chg="addSp delSp modSp new mod">
        <pc:chgData name="Cayden Andrews" userId="a900b0b9c2d9fc9f" providerId="LiveId" clId="{6272F847-9BB4-417F-A861-A1D82C3E6007}" dt="2026-01-30T11:36:39.925" v="1061" actId="208"/>
        <pc:sldMkLst>
          <pc:docMk/>
          <pc:sldMk cId="80140700" sldId="259"/>
        </pc:sldMkLst>
        <pc:spChg chg="del">
          <ac:chgData name="Cayden Andrews" userId="a900b0b9c2d9fc9f" providerId="LiveId" clId="{6272F847-9BB4-417F-A861-A1D82C3E6007}" dt="2026-01-30T11:09:15.080" v="141" actId="478"/>
          <ac:spMkLst>
            <pc:docMk/>
            <pc:sldMk cId="80140700" sldId="259"/>
            <ac:spMk id="2" creationId="{76D51EBE-8712-86CA-A26A-EF17AC472FDC}"/>
          </ac:spMkLst>
        </pc:spChg>
        <pc:spChg chg="del">
          <ac:chgData name="Cayden Andrews" userId="a900b0b9c2d9fc9f" providerId="LiveId" clId="{6272F847-9BB4-417F-A861-A1D82C3E6007}" dt="2026-01-30T11:09:15.080" v="141" actId="478"/>
          <ac:spMkLst>
            <pc:docMk/>
            <pc:sldMk cId="80140700" sldId="259"/>
            <ac:spMk id="3" creationId="{8C41A23B-0C7C-2A03-4A9A-8478FAFAE471}"/>
          </ac:spMkLst>
        </pc:spChg>
        <pc:spChg chg="add mod">
          <ac:chgData name="Cayden Andrews" userId="a900b0b9c2d9fc9f" providerId="LiveId" clId="{6272F847-9BB4-417F-A861-A1D82C3E6007}" dt="2026-01-30T11:34:40.925" v="938" actId="20577"/>
          <ac:spMkLst>
            <pc:docMk/>
            <pc:sldMk cId="80140700" sldId="259"/>
            <ac:spMk id="4" creationId="{00755088-3855-5A72-D832-7BACAFF9A9C9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7" creationId="{19F92180-E691-D7BC-E03C-E1A4F8594743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2" creationId="{41EBA784-3D82-20A7-10E7-ED77F31367AA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3" creationId="{BBA828AF-3F17-D682-F6EC-3E01198E9147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4" creationId="{4AF45523-2863-F422-1C1C-6DD0CE3423C6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5" creationId="{C0D0A5A6-770F-B451-C8C9-81E10992950E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6" creationId="{709538AD-1CA3-367B-E120-D8A2BCB9E423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17" creationId="{7017B5C8-D1FA-FCC9-F0CA-049E18E928F5}"/>
          </ac:spMkLst>
        </pc:spChg>
        <pc:spChg chg="add mod">
          <ac:chgData name="Cayden Andrews" userId="a900b0b9c2d9fc9f" providerId="LiveId" clId="{6272F847-9BB4-417F-A861-A1D82C3E6007}" dt="2026-01-30T11:33:15.755" v="731" actId="207"/>
          <ac:spMkLst>
            <pc:docMk/>
            <pc:sldMk cId="80140700" sldId="259"/>
            <ac:spMk id="20" creationId="{5DADB918-190F-0739-EE5A-DE9ED4B48706}"/>
          </ac:spMkLst>
        </pc:spChg>
        <pc:spChg chg="add mod">
          <ac:chgData name="Cayden Andrews" userId="a900b0b9c2d9fc9f" providerId="LiveId" clId="{6272F847-9BB4-417F-A861-A1D82C3E6007}" dt="2026-01-30T11:18:24.316" v="536" actId="1076"/>
          <ac:spMkLst>
            <pc:docMk/>
            <pc:sldMk cId="80140700" sldId="259"/>
            <ac:spMk id="23" creationId="{2C6E4AA6-0B17-8E19-B480-29B0B06B21CA}"/>
          </ac:spMkLst>
        </pc:spChg>
        <pc:spChg chg="add mod">
          <ac:chgData name="Cayden Andrews" userId="a900b0b9c2d9fc9f" providerId="LiveId" clId="{6272F847-9BB4-417F-A861-A1D82C3E6007}" dt="2026-01-30T11:17:37.907" v="485" actId="1076"/>
          <ac:spMkLst>
            <pc:docMk/>
            <pc:sldMk cId="80140700" sldId="259"/>
            <ac:spMk id="24" creationId="{F53B2B9C-1893-C95F-CE37-7DC520117389}"/>
          </ac:spMkLst>
        </pc:spChg>
        <pc:spChg chg="add mod">
          <ac:chgData name="Cayden Andrews" userId="a900b0b9c2d9fc9f" providerId="LiveId" clId="{6272F847-9BB4-417F-A861-A1D82C3E6007}" dt="2026-01-30T11:35:48.999" v="944" actId="14100"/>
          <ac:spMkLst>
            <pc:docMk/>
            <pc:sldMk cId="80140700" sldId="259"/>
            <ac:spMk id="25" creationId="{CCBA8DE8-80CF-755F-0D3A-7302980664F2}"/>
          </ac:spMkLst>
        </pc:spChg>
        <pc:spChg chg="add mod">
          <ac:chgData name="Cayden Andrews" userId="a900b0b9c2d9fc9f" providerId="LiveId" clId="{6272F847-9BB4-417F-A861-A1D82C3E6007}" dt="2026-01-30T11:17:52.059" v="492" actId="14100"/>
          <ac:spMkLst>
            <pc:docMk/>
            <pc:sldMk cId="80140700" sldId="259"/>
            <ac:spMk id="26" creationId="{8181A841-3F1B-8CC7-4AB8-CECC6B6B60E7}"/>
          </ac:spMkLst>
        </pc:spChg>
        <pc:spChg chg="add mod">
          <ac:chgData name="Cayden Andrews" userId="a900b0b9c2d9fc9f" providerId="LiveId" clId="{6272F847-9BB4-417F-A861-A1D82C3E6007}" dt="2026-01-30T11:24:45.639" v="546" actId="14100"/>
          <ac:spMkLst>
            <pc:docMk/>
            <pc:sldMk cId="80140700" sldId="259"/>
            <ac:spMk id="30" creationId="{BB21909B-24A5-75C1-EBA6-466721CDEB9D}"/>
          </ac:spMkLst>
        </pc:spChg>
        <pc:spChg chg="add mod">
          <ac:chgData name="Cayden Andrews" userId="a900b0b9c2d9fc9f" providerId="LiveId" clId="{6272F847-9BB4-417F-A861-A1D82C3E6007}" dt="2026-01-30T11:32:45.117" v="725" actId="14100"/>
          <ac:spMkLst>
            <pc:docMk/>
            <pc:sldMk cId="80140700" sldId="259"/>
            <ac:spMk id="33" creationId="{29147147-271D-1434-BF28-55685725BB7F}"/>
          </ac:spMkLst>
        </pc:spChg>
        <pc:spChg chg="add mod">
          <ac:chgData name="Cayden Andrews" userId="a900b0b9c2d9fc9f" providerId="LiveId" clId="{6272F847-9BB4-417F-A861-A1D82C3E6007}" dt="2026-01-30T11:34:25.682" v="933" actId="20577"/>
          <ac:spMkLst>
            <pc:docMk/>
            <pc:sldMk cId="80140700" sldId="259"/>
            <ac:spMk id="36" creationId="{18554E41-74F5-1A14-527D-98F305FEE73D}"/>
          </ac:spMkLst>
        </pc:spChg>
        <pc:spChg chg="add mod">
          <ac:chgData name="Cayden Andrews" userId="a900b0b9c2d9fc9f" providerId="LiveId" clId="{6272F847-9BB4-417F-A861-A1D82C3E6007}" dt="2026-01-30T11:36:26.066" v="1057" actId="20577"/>
          <ac:spMkLst>
            <pc:docMk/>
            <pc:sldMk cId="80140700" sldId="259"/>
            <ac:spMk id="45" creationId="{DFFBA3EE-ECB2-4FB3-ACF7-AB2D70BE094C}"/>
          </ac:spMkLst>
        </pc:spChg>
        <pc:picChg chg="add del mod">
          <ac:chgData name="Cayden Andrews" userId="a900b0b9c2d9fc9f" providerId="LiveId" clId="{6272F847-9BB4-417F-A861-A1D82C3E6007}" dt="2026-01-30T11:14:18.058" v="299" actId="478"/>
          <ac:picMkLst>
            <pc:docMk/>
            <pc:sldMk cId="80140700" sldId="259"/>
            <ac:picMk id="6" creationId="{2E3474B0-DFB7-F589-0C6B-78E1E7276C9F}"/>
          </ac:picMkLst>
        </pc:picChg>
        <pc:picChg chg="add mod ord">
          <ac:chgData name="Cayden Andrews" userId="a900b0b9c2d9fc9f" providerId="LiveId" clId="{6272F847-9BB4-417F-A861-A1D82C3E6007}" dt="2026-01-30T11:18:24.316" v="536" actId="1076"/>
          <ac:picMkLst>
            <pc:docMk/>
            <pc:sldMk cId="80140700" sldId="259"/>
            <ac:picMk id="9" creationId="{0BF2FFDA-486E-5A6C-ACF1-FB6663B54A29}"/>
          </ac:picMkLst>
        </pc:picChg>
        <pc:picChg chg="add del">
          <ac:chgData name="Cayden Andrews" userId="a900b0b9c2d9fc9f" providerId="LiveId" clId="{6272F847-9BB4-417F-A861-A1D82C3E6007}" dt="2026-01-30T11:14:34.053" v="307" actId="22"/>
          <ac:picMkLst>
            <pc:docMk/>
            <pc:sldMk cId="80140700" sldId="259"/>
            <ac:picMk id="11" creationId="{7873A720-AE90-237E-A46A-F0904D0210BF}"/>
          </ac:picMkLst>
        </pc:picChg>
        <pc:picChg chg="add mod">
          <ac:chgData name="Cayden Andrews" userId="a900b0b9c2d9fc9f" providerId="LiveId" clId="{6272F847-9BB4-417F-A861-A1D82C3E6007}" dt="2026-01-30T11:17:35.891" v="484" actId="1076"/>
          <ac:picMkLst>
            <pc:docMk/>
            <pc:sldMk cId="80140700" sldId="259"/>
            <ac:picMk id="22" creationId="{0A3B5DD4-AB8F-29B0-695C-964A03BF9B0C}"/>
          </ac:picMkLst>
        </pc:picChg>
        <pc:picChg chg="add mod">
          <ac:chgData name="Cayden Andrews" userId="a900b0b9c2d9fc9f" providerId="LiveId" clId="{6272F847-9BB4-417F-A861-A1D82C3E6007}" dt="2026-01-30T11:31:45.301" v="553" actId="1076"/>
          <ac:picMkLst>
            <pc:docMk/>
            <pc:sldMk cId="80140700" sldId="259"/>
            <ac:picMk id="32" creationId="{5FE9B3D5-8EA6-F855-09FA-527DC7315DD3}"/>
          </ac:picMkLst>
        </pc:picChg>
        <pc:picChg chg="add mod">
          <ac:chgData name="Cayden Andrews" userId="a900b0b9c2d9fc9f" providerId="LiveId" clId="{6272F847-9BB4-417F-A861-A1D82C3E6007}" dt="2026-01-30T11:33:20.161" v="732" actId="1076"/>
          <ac:picMkLst>
            <pc:docMk/>
            <pc:sldMk cId="80140700" sldId="259"/>
            <ac:picMk id="35" creationId="{9109D0F1-C1AA-06F7-E275-10EDA317D775}"/>
          </ac:picMkLst>
        </pc:picChg>
        <pc:cxnChg chg="add mod">
          <ac:chgData name="Cayden Andrews" userId="a900b0b9c2d9fc9f" providerId="LiveId" clId="{6272F847-9BB4-417F-A861-A1D82C3E6007}" dt="2026-01-30T11:36:37.853" v="1060" actId="208"/>
          <ac:cxnSpMkLst>
            <pc:docMk/>
            <pc:sldMk cId="80140700" sldId="259"/>
            <ac:cxnSpMk id="19" creationId="{2FF95C9F-C6F7-5FE3-095F-BEE3DB66DE98}"/>
          </ac:cxnSpMkLst>
        </pc:cxnChg>
        <pc:cxnChg chg="add mod">
          <ac:chgData name="Cayden Andrews" userId="a900b0b9c2d9fc9f" providerId="LiveId" clId="{6272F847-9BB4-417F-A861-A1D82C3E6007}" dt="2026-01-30T11:36:39.925" v="1061" actId="208"/>
          <ac:cxnSpMkLst>
            <pc:docMk/>
            <pc:sldMk cId="80140700" sldId="259"/>
            <ac:cxnSpMk id="28" creationId="{CD466385-7CCC-B385-28D3-113363C7085F}"/>
          </ac:cxnSpMkLst>
        </pc:cxnChg>
        <pc:cxnChg chg="add">
          <ac:chgData name="Cayden Andrews" userId="a900b0b9c2d9fc9f" providerId="LiveId" clId="{6272F847-9BB4-417F-A861-A1D82C3E6007}" dt="2026-01-30T11:34:47.290" v="939" actId="11529"/>
          <ac:cxnSpMkLst>
            <pc:docMk/>
            <pc:sldMk cId="80140700" sldId="259"/>
            <ac:cxnSpMk id="38" creationId="{486E0C2A-B0C8-D8B8-4929-94453EB70193}"/>
          </ac:cxnSpMkLst>
        </pc:cxnChg>
        <pc:cxnChg chg="add">
          <ac:chgData name="Cayden Andrews" userId="a900b0b9c2d9fc9f" providerId="LiveId" clId="{6272F847-9BB4-417F-A861-A1D82C3E6007}" dt="2026-01-30T11:34:51.754" v="940" actId="11529"/>
          <ac:cxnSpMkLst>
            <pc:docMk/>
            <pc:sldMk cId="80140700" sldId="259"/>
            <ac:cxnSpMk id="40" creationId="{4D57D0EF-6F4D-3A8F-79D1-90FFCF66AAA9}"/>
          </ac:cxnSpMkLst>
        </pc:cxnChg>
        <pc:cxnChg chg="add">
          <ac:chgData name="Cayden Andrews" userId="a900b0b9c2d9fc9f" providerId="LiveId" clId="{6272F847-9BB4-417F-A861-A1D82C3E6007}" dt="2026-01-30T11:34:56.472" v="941" actId="11529"/>
          <ac:cxnSpMkLst>
            <pc:docMk/>
            <pc:sldMk cId="80140700" sldId="259"/>
            <ac:cxnSpMk id="42" creationId="{345BA78A-F1CE-F5F6-BE19-A2D1061A1C33}"/>
          </ac:cxnSpMkLst>
        </pc:cxnChg>
        <pc:cxnChg chg="add">
          <ac:chgData name="Cayden Andrews" userId="a900b0b9c2d9fc9f" providerId="LiveId" clId="{6272F847-9BB4-417F-A861-A1D82C3E6007}" dt="2026-01-30T11:35:00.625" v="942" actId="11529"/>
          <ac:cxnSpMkLst>
            <pc:docMk/>
            <pc:sldMk cId="80140700" sldId="259"/>
            <ac:cxnSpMk id="44" creationId="{C6A46CE8-6C5E-C4D8-1334-61319648D01C}"/>
          </ac:cxnSpMkLst>
        </pc:cxnChg>
        <pc:cxnChg chg="add mod">
          <ac:chgData name="Cayden Andrews" userId="a900b0b9c2d9fc9f" providerId="LiveId" clId="{6272F847-9BB4-417F-A861-A1D82C3E6007}" dt="2026-01-30T11:36:35.747" v="1059" actId="208"/>
          <ac:cxnSpMkLst>
            <pc:docMk/>
            <pc:sldMk cId="80140700" sldId="259"/>
            <ac:cxnSpMk id="47" creationId="{ABCA5E34-53A7-CA17-C421-F137FFFC628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  <a:p>
            <a:endParaRPr lang="en-GB" dirty="0"/>
          </a:p>
          <a:p>
            <a:r>
              <a:rPr lang="en-GB" dirty="0"/>
              <a:t>One finished in the large scene, you should delete all objects placed in the red biome and time the time taken to then </a:t>
            </a:r>
            <a:r>
              <a:rPr lang="en-GB"/>
              <a:t>repaint that biome.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8381" y="1543912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T1 – should have stones random selected</a:t>
            </a:r>
          </a:p>
          <a:p>
            <a:r>
              <a:rPr lang="en-GB" dirty="0"/>
              <a:t>- spacing  is used for density</a:t>
            </a:r>
          </a:p>
          <a:p>
            <a:endParaRPr lang="en-GB" dirty="0"/>
          </a:p>
          <a:p>
            <a:r>
              <a:rPr lang="en-GB" dirty="0"/>
              <a:t>T2 - should have grid selected</a:t>
            </a:r>
          </a:p>
          <a:p>
            <a:r>
              <a:rPr lang="en-GB" dirty="0"/>
              <a:t>- place on surface - true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is used for density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1600" dirty="0"/>
              <a:t>For both tools the brush size is free to change.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419542-0773-0526-E565-CFB9A3703D9F}"/>
              </a:ext>
            </a:extLst>
          </p:cNvPr>
          <p:cNvSpPr txBox="1"/>
          <p:nvPr/>
        </p:nvSpPr>
        <p:spPr>
          <a:xfrm>
            <a:off x="252919" y="207523"/>
            <a:ext cx="11096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b="1" dirty="0"/>
              <a:t>Settings to change for tool 1 and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9AAB93-DB9D-98EB-5153-0BDEECA532CF}"/>
              </a:ext>
            </a:extLst>
          </p:cNvPr>
          <p:cNvSpPr txBox="1"/>
          <p:nvPr/>
        </p:nvSpPr>
        <p:spPr>
          <a:xfrm>
            <a:off x="158750" y="6280150"/>
            <a:ext cx="8477250" cy="370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do not edit any other settings as this may cause data discrepancy.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How to access each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0FECD5-959D-3478-9F75-91B52DD75991}"/>
              </a:ext>
            </a:extLst>
          </p:cNvPr>
          <p:cNvSpPr txBox="1"/>
          <p:nvPr/>
        </p:nvSpPr>
        <p:spPr>
          <a:xfrm>
            <a:off x="7743217" y="1690688"/>
            <a:ext cx="3702996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Take as much time  as you need to learn each tool before starting to time the scenes.</a:t>
            </a:r>
          </a:p>
          <a:p>
            <a:endParaRPr lang="en-GB" sz="3200" dirty="0"/>
          </a:p>
          <a:p>
            <a:r>
              <a:rPr lang="en-GB" sz="2000" dirty="0"/>
              <a:t>Note: clicking the terrain will activate the unity terrain tool – this is not any of the 3 tools so should not be used.</a:t>
            </a:r>
          </a:p>
        </p:txBody>
      </p:sp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BF2FFDA-486E-5A6C-ACF1-FB6663B54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74" y="723900"/>
            <a:ext cx="2877199" cy="5880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755088-3855-5A72-D832-7BACAFF9A9C9}"/>
              </a:ext>
            </a:extLst>
          </p:cNvPr>
          <p:cNvSpPr txBox="1"/>
          <p:nvPr/>
        </p:nvSpPr>
        <p:spPr>
          <a:xfrm>
            <a:off x="127000" y="152400"/>
            <a:ext cx="11563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Tool1					Tool2					CAAPT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F92180-E691-D7BC-E03C-E1A4F8594743}"/>
              </a:ext>
            </a:extLst>
          </p:cNvPr>
          <p:cNvSpPr/>
          <p:nvPr/>
        </p:nvSpPr>
        <p:spPr>
          <a:xfrm>
            <a:off x="5244376" y="104140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BA784-3D82-20A7-10E7-ED77F31367AA}"/>
              </a:ext>
            </a:extLst>
          </p:cNvPr>
          <p:cNvSpPr/>
          <p:nvPr/>
        </p:nvSpPr>
        <p:spPr>
          <a:xfrm>
            <a:off x="5384076" y="260985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A828AF-3F17-D682-F6EC-3E01198E9147}"/>
              </a:ext>
            </a:extLst>
          </p:cNvPr>
          <p:cNvSpPr/>
          <p:nvPr/>
        </p:nvSpPr>
        <p:spPr>
          <a:xfrm>
            <a:off x="4108125" y="2727325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F45523-2863-F422-1C1C-6DD0CE3423C6}"/>
              </a:ext>
            </a:extLst>
          </p:cNvPr>
          <p:cNvSpPr/>
          <p:nvPr/>
        </p:nvSpPr>
        <p:spPr>
          <a:xfrm>
            <a:off x="6088926" y="3162300"/>
            <a:ext cx="590550" cy="1407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D0A5A6-770F-B451-C8C9-81E10992950E}"/>
              </a:ext>
            </a:extLst>
          </p:cNvPr>
          <p:cNvSpPr/>
          <p:nvPr/>
        </p:nvSpPr>
        <p:spPr>
          <a:xfrm>
            <a:off x="4266476" y="3994150"/>
            <a:ext cx="41275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9538AD-1CA3-367B-E120-D8A2BCB9E423}"/>
              </a:ext>
            </a:extLst>
          </p:cNvPr>
          <p:cNvSpPr/>
          <p:nvPr/>
        </p:nvSpPr>
        <p:spPr>
          <a:xfrm>
            <a:off x="3777526" y="514350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17B5C8-D1FA-FCC9-F0CA-049E18E928F5}"/>
              </a:ext>
            </a:extLst>
          </p:cNvPr>
          <p:cNvSpPr/>
          <p:nvPr/>
        </p:nvSpPr>
        <p:spPr>
          <a:xfrm>
            <a:off x="5625376" y="5143500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FF95C9F-C6F7-5FE3-095F-BEE3DB66DE98}"/>
              </a:ext>
            </a:extLst>
          </p:cNvPr>
          <p:cNvCxnSpPr>
            <a:endCxn id="14" idx="3"/>
          </p:cNvCxnSpPr>
          <p:nvPr/>
        </p:nvCxnSpPr>
        <p:spPr>
          <a:xfrm flipH="1" flipV="1">
            <a:off x="6679476" y="3232666"/>
            <a:ext cx="279400" cy="3868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DADB918-190F-0739-EE5A-DE9ED4B48706}"/>
              </a:ext>
            </a:extLst>
          </p:cNvPr>
          <p:cNvSpPr txBox="1"/>
          <p:nvPr/>
        </p:nvSpPr>
        <p:spPr>
          <a:xfrm>
            <a:off x="5718454" y="3632200"/>
            <a:ext cx="1941653" cy="9588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100" dirty="0"/>
              <a:t>Once the rest are set all you need to edit in the UI is dragging objects into the objects section and edit this slider to edit the density.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3B5DD4-AB8F-29B0-695C-964A03BF9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884700"/>
            <a:ext cx="3223024" cy="533829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2C6E4AA6-0B17-8E19-B480-29B0B06B21CA}"/>
              </a:ext>
            </a:extLst>
          </p:cNvPr>
          <p:cNvSpPr/>
          <p:nvPr/>
        </p:nvSpPr>
        <p:spPr>
          <a:xfrm>
            <a:off x="4721623" y="6410325"/>
            <a:ext cx="90170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3B2B9C-1893-C95F-CE37-7DC520117389}"/>
              </a:ext>
            </a:extLst>
          </p:cNvPr>
          <p:cNvSpPr/>
          <p:nvPr/>
        </p:nvSpPr>
        <p:spPr>
          <a:xfrm>
            <a:off x="958850" y="1104900"/>
            <a:ext cx="285750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BA8DE8-80CF-755F-0D3A-7302980664F2}"/>
              </a:ext>
            </a:extLst>
          </p:cNvPr>
          <p:cNvSpPr/>
          <p:nvPr/>
        </p:nvSpPr>
        <p:spPr>
          <a:xfrm>
            <a:off x="108144" y="1524774"/>
            <a:ext cx="476056" cy="5961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81A841-3F1B-8CC7-4AB8-CECC6B6B60E7}"/>
              </a:ext>
            </a:extLst>
          </p:cNvPr>
          <p:cNvSpPr/>
          <p:nvPr/>
        </p:nvSpPr>
        <p:spPr>
          <a:xfrm>
            <a:off x="3079750" y="3162300"/>
            <a:ext cx="322787" cy="2349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D466385-7CCC-B385-28D3-113363C7085F}"/>
              </a:ext>
            </a:extLst>
          </p:cNvPr>
          <p:cNvCxnSpPr>
            <a:cxnSpLocks/>
            <a:endCxn id="24" idx="3"/>
          </p:cNvCxnSpPr>
          <p:nvPr/>
        </p:nvCxnSpPr>
        <p:spPr>
          <a:xfrm flipH="1">
            <a:off x="1244600" y="723900"/>
            <a:ext cx="946150" cy="4984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B21909B-24A5-75C1-EBA6-466721CDEB9D}"/>
              </a:ext>
            </a:extLst>
          </p:cNvPr>
          <p:cNvSpPr txBox="1"/>
          <p:nvPr/>
        </p:nvSpPr>
        <p:spPr>
          <a:xfrm>
            <a:off x="2190749" y="400050"/>
            <a:ext cx="14747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This will allow you to paint in scene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FE9B3D5-8EA6-F855-09FA-527DC7315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9367" y="521732"/>
            <a:ext cx="2483816" cy="257848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9147147-271D-1434-BF28-55685725BB7F}"/>
              </a:ext>
            </a:extLst>
          </p:cNvPr>
          <p:cNvSpPr txBox="1"/>
          <p:nvPr/>
        </p:nvSpPr>
        <p:spPr>
          <a:xfrm>
            <a:off x="9503183" y="521732"/>
            <a:ext cx="23586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Name palette</a:t>
            </a:r>
          </a:p>
          <a:p>
            <a:endParaRPr lang="en-GB" sz="1200" dirty="0"/>
          </a:p>
          <a:p>
            <a:r>
              <a:rPr lang="en-GB" sz="1200" dirty="0"/>
              <a:t>Density slider - % fill</a:t>
            </a:r>
          </a:p>
          <a:p>
            <a:endParaRPr lang="en-GB" sz="1200" dirty="0"/>
          </a:p>
          <a:p>
            <a:r>
              <a:rPr lang="en-GB" sz="1200" dirty="0"/>
              <a:t>Group weight – chance of that group being painted</a:t>
            </a:r>
          </a:p>
          <a:p>
            <a:endParaRPr lang="en-GB" sz="1200" dirty="0"/>
          </a:p>
          <a:p>
            <a:r>
              <a:rPr lang="en-GB" sz="1200" dirty="0"/>
              <a:t>Object weight – chance of that object being painted when group is used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109D0F1-C1AA-06F7-E275-10EDA317D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0078" y="3232666"/>
            <a:ext cx="2621537" cy="212128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8554E41-74F5-1A14-527D-98F305FEE73D}"/>
              </a:ext>
            </a:extLst>
          </p:cNvPr>
          <p:cNvSpPr txBox="1"/>
          <p:nvPr/>
        </p:nvSpPr>
        <p:spPr>
          <a:xfrm>
            <a:off x="10461615" y="3341033"/>
            <a:ext cx="1685935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Name the zone</a:t>
            </a:r>
          </a:p>
          <a:p>
            <a:endParaRPr lang="en-GB" sz="1200" dirty="0"/>
          </a:p>
          <a:p>
            <a:r>
              <a:rPr lang="en-GB" sz="1200" dirty="0"/>
              <a:t>Assign it a saved palette</a:t>
            </a:r>
          </a:p>
          <a:p>
            <a:endParaRPr lang="en-GB" sz="1200" dirty="0"/>
          </a:p>
          <a:p>
            <a:r>
              <a:rPr lang="en-GB" sz="1200" dirty="0"/>
              <a:t>Make a scene parent for the zone</a:t>
            </a:r>
          </a:p>
          <a:p>
            <a:endParaRPr lang="en-GB" sz="1200" dirty="0"/>
          </a:p>
          <a:p>
            <a:r>
              <a:rPr lang="en-GB" sz="1200" dirty="0"/>
              <a:t>Create a sub zone for the active zone then press u to activate the brush tool to place its bounds in the scene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86E0C2A-B0C8-D8B8-4929-94453EB70193}"/>
              </a:ext>
            </a:extLst>
          </p:cNvPr>
          <p:cNvCxnSpPr/>
          <p:nvPr/>
        </p:nvCxnSpPr>
        <p:spPr>
          <a:xfrm>
            <a:off x="3594100" y="152400"/>
            <a:ext cx="0" cy="6584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D57D0EF-6F4D-3A8F-79D1-90FFCF66AAA9}"/>
              </a:ext>
            </a:extLst>
          </p:cNvPr>
          <p:cNvCxnSpPr/>
          <p:nvPr/>
        </p:nvCxnSpPr>
        <p:spPr>
          <a:xfrm>
            <a:off x="6807200" y="152400"/>
            <a:ext cx="151676" cy="32448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45BA78A-F1CE-F5F6-BE19-A2D1061A1C33}"/>
              </a:ext>
            </a:extLst>
          </p:cNvPr>
          <p:cNvCxnSpPr/>
          <p:nvPr/>
        </p:nvCxnSpPr>
        <p:spPr>
          <a:xfrm>
            <a:off x="6958876" y="3397250"/>
            <a:ext cx="635724" cy="101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6A46CE8-6C5E-C4D8-1334-61319648D01C}"/>
              </a:ext>
            </a:extLst>
          </p:cNvPr>
          <p:cNvCxnSpPr/>
          <p:nvPr/>
        </p:nvCxnSpPr>
        <p:spPr>
          <a:xfrm>
            <a:off x="7594600" y="3498850"/>
            <a:ext cx="158750" cy="3146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FBA3EE-ECB2-4FB3-ACF7-AB2D70BE094C}"/>
              </a:ext>
            </a:extLst>
          </p:cNvPr>
          <p:cNvSpPr txBox="1"/>
          <p:nvPr/>
        </p:nvSpPr>
        <p:spPr>
          <a:xfrm>
            <a:off x="1884222" y="4003166"/>
            <a:ext cx="1941653" cy="76944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100" dirty="0"/>
              <a:t>This is the only setting that needs to be edited, altering the density of objects placed.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BCA5E34-53A7-CA17-C421-F137FFFC6289}"/>
              </a:ext>
            </a:extLst>
          </p:cNvPr>
          <p:cNvCxnSpPr>
            <a:endCxn id="26" idx="2"/>
          </p:cNvCxnSpPr>
          <p:nvPr/>
        </p:nvCxnSpPr>
        <p:spPr>
          <a:xfrm flipV="1">
            <a:off x="2997200" y="3397250"/>
            <a:ext cx="243944" cy="6059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40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437</Words>
  <Application>Microsoft Office PowerPoint</Application>
  <PresentationFormat>Widescreen</PresentationFormat>
  <Paragraphs>76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21</cp:revision>
  <dcterms:created xsi:type="dcterms:W3CDTF">2026-01-10T11:44:44Z</dcterms:created>
  <dcterms:modified xsi:type="dcterms:W3CDTF">2026-01-30T11:53:14Z</dcterms:modified>
</cp:coreProperties>
</file>