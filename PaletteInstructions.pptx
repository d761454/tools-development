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BDC69-C774-62B4-063B-AD332E3AF7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60279C-A548-1BA9-735D-CA8E5B82BA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2C4A0C-9D8C-146D-C8A1-77F3653E8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71E8CE-41B7-F43C-3FA7-901D8EF5D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D6216F-C36F-96E7-22DB-978337CAA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95357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AA176-3D1D-8CC1-401A-F822656E5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3706C7-6049-C952-7228-C774EE8669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D9C54E-7563-BC51-FDA0-08B0F88FE1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E19327-E598-196E-DFE3-16FE9D29E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66FF09-5D70-A080-4531-A161E4CCC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748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10825-46C5-B8ED-29E8-0D8A44E70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F8B15C-204E-8A9F-BDA2-BDB97CC32A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A00216-BFAA-205F-E049-8BAA5E962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79B3C7-3A95-4DB0-E59D-9C299BA454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118C81-E465-F5AF-628E-829BEFCB1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8823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D50C4-EC92-A1A3-38BD-CAA40F634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F44826-D500-1408-DE02-2EC18D15F8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9AA762-22AC-D184-E6CD-28E7F15286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75B085-507B-D4D2-8F98-D04ED6B461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17A1D3-AC3A-E51F-ACC5-19E4C23772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051452-DB95-3D63-46B3-C7B7B70DF9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90977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925B2-2E20-5E03-7C7A-EDCD69067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8681B2-F55D-2092-42AF-9CED1A69CF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A1739-262D-FADE-4DCD-E81E25AFA9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E84299-6035-DC15-33F5-020C806121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ACDAC2-71A0-16BF-5767-132CFDDA6F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3A7736-E3DA-60C0-3862-5590E0BFC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21/01/2026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05074B-EBEE-008D-7C4C-A4CB164B1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A9217DD-9B3B-72CE-7E45-3B6CC5FE0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13990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5A5EA-9C46-82E3-AB8E-D8DF893F8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F6CB26-0005-F5AC-32A5-B1617BB04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21/01/2026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FD4929-8799-0E6E-BE34-606B8B529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860041-CAEA-B74E-8347-7A60E8957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85647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FE9078-A055-3447-0C54-55E61C637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21/01/2026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99FB20-0542-5B63-1B51-4ED020BA6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16C030-FD27-F7B9-1338-68EAA767A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9087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BF222-1FA4-033D-3669-9286CDAB0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E233D-F8F7-66F1-D3EB-C01A615AC8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041C1-BBB7-E31D-42CB-CDCD098359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E6EB47-6058-B27F-67C2-51D0F612E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4B72B3-E5E8-74AE-78EB-2095C2C0F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8C6132-B70F-1D6F-400A-1F810523B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7857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E7105-F82A-E91C-48D7-BA6A79800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70C6C9-8ABD-B7A0-3927-F1AC0FA359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CFAB9-2A9B-EF40-3A8A-2CE680AE6F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98BF3E-AEE1-6E54-3248-936CC0231F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C2CEC9-4E20-6D78-D99D-63E057F91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95EE9B-410F-6F56-1D92-B71BA57A8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84301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48943-2635-3F85-43EF-A73D2623C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1731B8-89C2-4FD8-3349-42362B0063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5547A3-EB26-F4F6-A1BB-E01A27F18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CAACE4-BFD8-AEE5-2383-C54CA491F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719E82-9B1A-8D76-3C04-B913A70D1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7399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0D32DB-71A8-1CCA-E0DF-D9B264ACE1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092547-F5D4-3660-E772-9419FB9D8F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3664ED-2A98-FD09-AC13-A0C942ECA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09907-7104-0DEF-DBBA-2A4A313CD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495F94-5C0A-D089-6880-E9FC34E08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03614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804B5A-6C6D-28F6-6605-2A350E7A7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CB5F5F-0CD3-A9C6-86BA-92FDB086F3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FDCCDE-007D-538C-B227-F9D49A78F95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5F75EA-5DA0-4839-9D7D-A0FA68C3529A}" type="datetimeFigureOut">
              <a:rPr lang="en-GB" smtClean="0"/>
              <a:t>21/01/2026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6FDB3-A4D0-1091-6EAE-A9E1FD1E8D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AEC164-7041-F3FE-980B-C4AF4C5EBE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512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9EF1C0F-19D0-6809-483F-67AF669BC6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48" y="124063"/>
            <a:ext cx="1560579" cy="156057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2C7CDD3-63EE-5958-DD46-B7B3BB0E04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47" y="1813830"/>
            <a:ext cx="1560579" cy="1560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1A3A646-8B99-CAAD-D869-106F10CD57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47" y="3503597"/>
            <a:ext cx="1560579" cy="15605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1E80562-4B8B-C58C-5569-20CCDEC309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46" y="5169015"/>
            <a:ext cx="1560579" cy="1560579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6D4D824-EA80-BAE2-0C2A-0C82D14253B1}"/>
              </a:ext>
            </a:extLst>
          </p:cNvPr>
          <p:cNvCxnSpPr/>
          <p:nvPr/>
        </p:nvCxnSpPr>
        <p:spPr>
          <a:xfrm>
            <a:off x="57150" y="1746250"/>
            <a:ext cx="80010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6FAABF3-09D4-2FF5-C0AC-31EC53F7F0D3}"/>
              </a:ext>
            </a:extLst>
          </p:cNvPr>
          <p:cNvCxnSpPr/>
          <p:nvPr/>
        </p:nvCxnSpPr>
        <p:spPr>
          <a:xfrm>
            <a:off x="57150" y="3435350"/>
            <a:ext cx="80010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0164283-6EFF-8866-8861-0467EB7F1019}"/>
              </a:ext>
            </a:extLst>
          </p:cNvPr>
          <p:cNvCxnSpPr/>
          <p:nvPr/>
        </p:nvCxnSpPr>
        <p:spPr>
          <a:xfrm>
            <a:off x="57150" y="5111750"/>
            <a:ext cx="80010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93F30F31-2C14-7898-8CFA-3EE7856FCD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59520" y="891292"/>
            <a:ext cx="571580" cy="75258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96E6BDD-B6DE-BD25-9FF2-245EEA7B20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15070" y="2538837"/>
            <a:ext cx="600159" cy="79068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93278CC-EDE7-EA22-86DA-4687E35A064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9948" y="2491352"/>
            <a:ext cx="609685" cy="73352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E58CA3D9-AF1B-C375-4F98-F7FF7920A02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56377" y="886528"/>
            <a:ext cx="600159" cy="77163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115D0316-1BD1-E1BD-0F7C-6C0D6843CF2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92454" y="5958994"/>
            <a:ext cx="609685" cy="74305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F240003-3A85-9C28-D37A-06E764563FB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15069" y="4243295"/>
            <a:ext cx="600159" cy="79068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98B84A4-5C13-E997-A1DD-DB1F4DA09DA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2693" y="4243295"/>
            <a:ext cx="600159" cy="771633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A1E1535-821E-F790-D2FE-C290530C2D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0317" y="4252820"/>
            <a:ext cx="571580" cy="75258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B89D8C7F-3DE1-E97D-BD3F-35932244226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4842" y="5958994"/>
            <a:ext cx="609685" cy="733527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FC3D72C8-7197-9D60-A6B4-BB60C56720F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05935" y="922987"/>
            <a:ext cx="609685" cy="743054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397D4738-39D1-FBBE-39F7-47B00322E329}"/>
              </a:ext>
            </a:extLst>
          </p:cNvPr>
          <p:cNvSpPr txBox="1"/>
          <p:nvPr/>
        </p:nvSpPr>
        <p:spPr>
          <a:xfrm>
            <a:off x="6653611" y="111283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25%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CD516E3-159B-46FE-9D7C-E39697C971AF}"/>
              </a:ext>
            </a:extLst>
          </p:cNvPr>
          <p:cNvSpPr txBox="1"/>
          <p:nvPr/>
        </p:nvSpPr>
        <p:spPr>
          <a:xfrm>
            <a:off x="4192313" y="514208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60%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C7632B-A411-BACA-768B-B9C33D7ACACE}"/>
              </a:ext>
            </a:extLst>
          </p:cNvPr>
          <p:cNvSpPr txBox="1"/>
          <p:nvPr/>
        </p:nvSpPr>
        <p:spPr>
          <a:xfrm>
            <a:off x="2859520" y="514208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40%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8FAF138-635E-3041-54D6-5712A05CDE0A}"/>
              </a:ext>
            </a:extLst>
          </p:cNvPr>
          <p:cNvSpPr txBox="1"/>
          <p:nvPr/>
        </p:nvSpPr>
        <p:spPr>
          <a:xfrm>
            <a:off x="2851006" y="2231060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25%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813F097-2DB2-1772-B111-ED412C982561}"/>
              </a:ext>
            </a:extLst>
          </p:cNvPr>
          <p:cNvSpPr txBox="1"/>
          <p:nvPr/>
        </p:nvSpPr>
        <p:spPr>
          <a:xfrm>
            <a:off x="2874746" y="3904160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40%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3AFF2FD-5B11-1C5A-9786-776861B43610}"/>
              </a:ext>
            </a:extLst>
          </p:cNvPr>
          <p:cNvSpPr txBox="1"/>
          <p:nvPr/>
        </p:nvSpPr>
        <p:spPr>
          <a:xfrm>
            <a:off x="2833153" y="5629813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66%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1072508-B13E-E5E6-2604-E9F3A7FDD471}"/>
              </a:ext>
            </a:extLst>
          </p:cNvPr>
          <p:cNvSpPr txBox="1"/>
          <p:nvPr/>
        </p:nvSpPr>
        <p:spPr>
          <a:xfrm>
            <a:off x="4710848" y="5629814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34%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035DBD-0F5B-05DB-CE21-C8B1435CB537}"/>
              </a:ext>
            </a:extLst>
          </p:cNvPr>
          <p:cNvSpPr txBox="1"/>
          <p:nvPr/>
        </p:nvSpPr>
        <p:spPr>
          <a:xfrm>
            <a:off x="4735596" y="3911156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40%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3BC3066-6006-78B6-C2B0-00D68C38440B}"/>
              </a:ext>
            </a:extLst>
          </p:cNvPr>
          <p:cNvSpPr txBox="1"/>
          <p:nvPr/>
        </p:nvSpPr>
        <p:spPr>
          <a:xfrm>
            <a:off x="4729976" y="2197656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75%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D131C3D-97D4-85E8-9C6D-8C260212572E}"/>
              </a:ext>
            </a:extLst>
          </p:cNvPr>
          <p:cNvSpPr txBox="1"/>
          <p:nvPr/>
        </p:nvSpPr>
        <p:spPr>
          <a:xfrm>
            <a:off x="6653611" y="3916711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20%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EC4063A-89DD-3C22-81A3-0795EC7AA94A}"/>
              </a:ext>
            </a:extLst>
          </p:cNvPr>
          <p:cNvSpPr/>
          <p:nvPr/>
        </p:nvSpPr>
        <p:spPr>
          <a:xfrm>
            <a:off x="2698750" y="514208"/>
            <a:ext cx="2120900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D9BA20A-F607-1CFA-8D35-25B87D451355}"/>
              </a:ext>
            </a:extLst>
          </p:cNvPr>
          <p:cNvSpPr txBox="1"/>
          <p:nvPr/>
        </p:nvSpPr>
        <p:spPr>
          <a:xfrm>
            <a:off x="3583640" y="148986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75%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56BE52F-0CB0-EEBD-ECE4-867E90E45F1E}"/>
              </a:ext>
            </a:extLst>
          </p:cNvPr>
          <p:cNvSpPr txBox="1"/>
          <p:nvPr/>
        </p:nvSpPr>
        <p:spPr>
          <a:xfrm>
            <a:off x="6612796" y="557946"/>
            <a:ext cx="653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100%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7C63B35-3821-10A5-58B2-9D898B7E5405}"/>
              </a:ext>
            </a:extLst>
          </p:cNvPr>
          <p:cNvSpPr/>
          <p:nvPr/>
        </p:nvSpPr>
        <p:spPr>
          <a:xfrm>
            <a:off x="6470224" y="504518"/>
            <a:ext cx="816277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2124534-E43D-35F4-D26B-33C6354F066B}"/>
              </a:ext>
            </a:extLst>
          </p:cNvPr>
          <p:cNvSpPr txBox="1"/>
          <p:nvPr/>
        </p:nvSpPr>
        <p:spPr>
          <a:xfrm>
            <a:off x="3785367" y="1853846"/>
            <a:ext cx="653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100%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156F24D-07B4-3AAE-D5FF-8196BEC680E1}"/>
              </a:ext>
            </a:extLst>
          </p:cNvPr>
          <p:cNvSpPr/>
          <p:nvPr/>
        </p:nvSpPr>
        <p:spPr>
          <a:xfrm>
            <a:off x="2698750" y="2185410"/>
            <a:ext cx="2683399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2F1FDDA-7779-46DC-6ECF-DF8E34F75DF5}"/>
              </a:ext>
            </a:extLst>
          </p:cNvPr>
          <p:cNvSpPr txBox="1"/>
          <p:nvPr/>
        </p:nvSpPr>
        <p:spPr>
          <a:xfrm>
            <a:off x="4729975" y="3496292"/>
            <a:ext cx="653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100%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BBB29FA-2547-7E7B-EE9D-449E377D6B6A}"/>
              </a:ext>
            </a:extLst>
          </p:cNvPr>
          <p:cNvSpPr/>
          <p:nvPr/>
        </p:nvSpPr>
        <p:spPr>
          <a:xfrm>
            <a:off x="2698750" y="3859624"/>
            <a:ext cx="4679012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0B77318-047F-530B-FD2E-C0F2B4848BE2}"/>
              </a:ext>
            </a:extLst>
          </p:cNvPr>
          <p:cNvSpPr txBox="1"/>
          <p:nvPr/>
        </p:nvSpPr>
        <p:spPr>
          <a:xfrm>
            <a:off x="3785367" y="5169015"/>
            <a:ext cx="653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100%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A0BEAAD-336B-D169-01D9-63E8055D937A}"/>
              </a:ext>
            </a:extLst>
          </p:cNvPr>
          <p:cNvSpPr/>
          <p:nvPr/>
        </p:nvSpPr>
        <p:spPr>
          <a:xfrm>
            <a:off x="2698750" y="5560600"/>
            <a:ext cx="2684345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7C52358D-32EA-9F32-4594-0FD8BC1DC24F}"/>
              </a:ext>
            </a:extLst>
          </p:cNvPr>
          <p:cNvSpPr/>
          <p:nvPr/>
        </p:nvSpPr>
        <p:spPr>
          <a:xfrm>
            <a:off x="8672933" y="273489"/>
            <a:ext cx="591717" cy="570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25AEB19-1706-6727-1B37-7381965447DA}"/>
              </a:ext>
            </a:extLst>
          </p:cNvPr>
          <p:cNvSpPr txBox="1"/>
          <p:nvPr/>
        </p:nvSpPr>
        <p:spPr>
          <a:xfrm>
            <a:off x="9355682" y="373280"/>
            <a:ext cx="2590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= Individual Group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78CCB45-0FF2-F7F3-6AEA-09E94B6762C0}"/>
              </a:ext>
            </a:extLst>
          </p:cNvPr>
          <p:cNvSpPr txBox="1"/>
          <p:nvPr/>
        </p:nvSpPr>
        <p:spPr>
          <a:xfrm>
            <a:off x="174385" y="188614"/>
            <a:ext cx="14351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Palette/</a:t>
            </a:r>
          </a:p>
          <a:p>
            <a:r>
              <a:rPr lang="en-GB" dirty="0"/>
              <a:t>Biome 1</a:t>
            </a:r>
          </a:p>
          <a:p>
            <a:endParaRPr lang="en-GB" dirty="0"/>
          </a:p>
          <a:p>
            <a:r>
              <a:rPr lang="en-GB" dirty="0"/>
              <a:t>Density: 25</a:t>
            </a:r>
          </a:p>
          <a:p>
            <a:r>
              <a:rPr lang="en-GB" sz="1050" dirty="0"/>
              <a:t>(% of biome taken up by objects)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8D69543-98FA-9D05-FA8B-6E2D2B73DC58}"/>
              </a:ext>
            </a:extLst>
          </p:cNvPr>
          <p:cNvSpPr txBox="1"/>
          <p:nvPr/>
        </p:nvSpPr>
        <p:spPr>
          <a:xfrm>
            <a:off x="111646" y="1877713"/>
            <a:ext cx="14351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Palette /</a:t>
            </a:r>
          </a:p>
          <a:p>
            <a:r>
              <a:rPr lang="en-GB" dirty="0"/>
              <a:t>Biome 2</a:t>
            </a:r>
          </a:p>
          <a:p>
            <a:endParaRPr lang="en-GB" dirty="0"/>
          </a:p>
          <a:p>
            <a:r>
              <a:rPr lang="en-GB" dirty="0"/>
              <a:t>Density: 50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E39D29A-F44D-D6AE-8172-F3FCEE6EA930}"/>
              </a:ext>
            </a:extLst>
          </p:cNvPr>
          <p:cNvSpPr txBox="1"/>
          <p:nvPr/>
        </p:nvSpPr>
        <p:spPr>
          <a:xfrm>
            <a:off x="174385" y="3568759"/>
            <a:ext cx="14351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Palette /</a:t>
            </a:r>
          </a:p>
          <a:p>
            <a:r>
              <a:rPr lang="en-GB" dirty="0"/>
              <a:t>Biome 3</a:t>
            </a:r>
          </a:p>
          <a:p>
            <a:endParaRPr lang="en-GB" dirty="0"/>
          </a:p>
          <a:p>
            <a:r>
              <a:rPr lang="en-GB" dirty="0"/>
              <a:t>Density: 50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2131F5F-9469-7523-74AD-873394A4B489}"/>
              </a:ext>
            </a:extLst>
          </p:cNvPr>
          <p:cNvSpPr txBox="1"/>
          <p:nvPr/>
        </p:nvSpPr>
        <p:spPr>
          <a:xfrm>
            <a:off x="174385" y="5245158"/>
            <a:ext cx="14351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Palette /</a:t>
            </a:r>
          </a:p>
          <a:p>
            <a:r>
              <a:rPr lang="en-GB" dirty="0"/>
              <a:t>Biome 4</a:t>
            </a:r>
          </a:p>
          <a:p>
            <a:endParaRPr lang="en-GB" dirty="0"/>
          </a:p>
          <a:p>
            <a:r>
              <a:rPr lang="en-GB" dirty="0"/>
              <a:t>Density: 33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5D0A326-223F-391F-E943-1DCA9822D04A}"/>
              </a:ext>
            </a:extLst>
          </p:cNvPr>
          <p:cNvSpPr txBox="1"/>
          <p:nvPr/>
        </p:nvSpPr>
        <p:spPr>
          <a:xfrm>
            <a:off x="8672933" y="978872"/>
            <a:ext cx="327354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Bold    </a:t>
            </a:r>
            <a:r>
              <a:rPr lang="en-GB" dirty="0"/>
              <a:t>= Group Weighting </a:t>
            </a:r>
          </a:p>
          <a:p>
            <a:r>
              <a:rPr lang="en-GB" sz="1200" dirty="0"/>
              <a:t>(% chance of object from group being placed when placing an object)</a:t>
            </a:r>
            <a:endParaRPr lang="en-GB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7A49C7-27F7-5264-9AAA-5DF7B36CA60B}"/>
              </a:ext>
            </a:extLst>
          </p:cNvPr>
          <p:cNvSpPr txBox="1"/>
          <p:nvPr/>
        </p:nvSpPr>
        <p:spPr>
          <a:xfrm>
            <a:off x="8333362" y="1684642"/>
            <a:ext cx="368425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Please use a muted screen recorder e.g. </a:t>
            </a:r>
            <a:r>
              <a:rPr lang="en-GB" dirty="0" err="1"/>
              <a:t>shareX</a:t>
            </a:r>
            <a:r>
              <a:rPr lang="en-GB" dirty="0"/>
              <a:t> or muted OBS to record painting each unity scene with each tool.</a:t>
            </a:r>
          </a:p>
          <a:p>
            <a:endParaRPr lang="en-GB" dirty="0"/>
          </a:p>
          <a:p>
            <a:r>
              <a:rPr lang="en-GB" dirty="0"/>
              <a:t>1 recording per tool, painting all 3 scenes within that recording.</a:t>
            </a:r>
          </a:p>
          <a:p>
            <a:endParaRPr lang="en-GB" dirty="0"/>
          </a:p>
          <a:p>
            <a:r>
              <a:rPr lang="en-GB" dirty="0"/>
              <a:t>Note: Don’t worry about time taken or file size, the limit per recording is 1GB.</a:t>
            </a:r>
          </a:p>
        </p:txBody>
      </p:sp>
    </p:spTree>
    <p:extLst>
      <p:ext uri="{BB962C8B-B14F-4D97-AF65-F5344CB8AC3E}">
        <p14:creationId xmlns:p14="http://schemas.microsoft.com/office/powerpoint/2010/main" val="35418779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EF046-E325-9BA1-B94B-585349065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1352" y="1057529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T1 - stones random</a:t>
            </a:r>
          </a:p>
          <a:p>
            <a:r>
              <a:rPr lang="en-GB" dirty="0"/>
              <a:t>- spacing = density</a:t>
            </a:r>
          </a:p>
          <a:p>
            <a:endParaRPr lang="en-GB" dirty="0"/>
          </a:p>
          <a:p>
            <a:r>
              <a:rPr lang="en-GB" dirty="0"/>
              <a:t>T2 - grid</a:t>
            </a:r>
          </a:p>
          <a:p>
            <a:r>
              <a:rPr lang="en-GB" dirty="0"/>
              <a:t>- place on surface</a:t>
            </a:r>
          </a:p>
          <a:p>
            <a:r>
              <a:rPr lang="en-GB" dirty="0"/>
              <a:t>- high jitter 7 on x and z</a:t>
            </a:r>
          </a:p>
          <a:p>
            <a:r>
              <a:rPr lang="en-GB" dirty="0"/>
              <a:t>- </a:t>
            </a:r>
            <a:r>
              <a:rPr lang="en-GB" dirty="0" err="1"/>
              <a:t>countment</a:t>
            </a:r>
            <a:r>
              <a:rPr lang="en-GB" dirty="0"/>
              <a:t> should be delta / distance – 3 &amp; 3</a:t>
            </a:r>
          </a:p>
          <a:p>
            <a:r>
              <a:rPr lang="en-GB" dirty="0"/>
              <a:t>- fill rate for density</a:t>
            </a:r>
          </a:p>
        </p:txBody>
      </p:sp>
    </p:spTree>
    <p:extLst>
      <p:ext uri="{BB962C8B-B14F-4D97-AF65-F5344CB8AC3E}">
        <p14:creationId xmlns:p14="http://schemas.microsoft.com/office/powerpoint/2010/main" val="36580500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180</Words>
  <Application>Microsoft Office PowerPoint</Application>
  <PresentationFormat>Widescreen</PresentationFormat>
  <Paragraphs>48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Cayden Andrews</dc:creator>
  <cp:lastModifiedBy>Cayden Andrews</cp:lastModifiedBy>
  <cp:revision>17</cp:revision>
  <dcterms:created xsi:type="dcterms:W3CDTF">2026-01-10T11:44:44Z</dcterms:created>
  <dcterms:modified xsi:type="dcterms:W3CDTF">2026-01-21T16:31:48Z</dcterms:modified>
</cp:coreProperties>
</file>