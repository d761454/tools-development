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81" y="1543912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419542-0773-0526-E565-CFB9A3703D9F}"/>
              </a:ext>
            </a:extLst>
          </p:cNvPr>
          <p:cNvSpPr txBox="1"/>
          <p:nvPr/>
        </p:nvSpPr>
        <p:spPr>
          <a:xfrm>
            <a:off x="252919" y="207523"/>
            <a:ext cx="11096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Settings to change for tool 1 and 2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211</Words>
  <Application>Microsoft Office PowerPoint</Application>
  <PresentationFormat>Widescreen</PresentationFormat>
  <Paragraphs>51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21</cp:revision>
  <dcterms:created xsi:type="dcterms:W3CDTF">2026-01-10T11:44:44Z</dcterms:created>
  <dcterms:modified xsi:type="dcterms:W3CDTF">2026-01-23T19:30:26Z</dcterms:modified>
</cp:coreProperties>
</file>