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027E6-3D61-40AE-B196-13DB84CC30F2}" v="16" dt="2026-01-30T11:35:55.1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yden Andrews" userId="a900b0b9c2d9fc9f" providerId="LiveId" clId="{6272F847-9BB4-417F-A861-A1D82C3E6007}"/>
    <pc:docChg chg="undo custSel addSld modSld">
      <pc:chgData name="Cayden Andrews" userId="a900b0b9c2d9fc9f" providerId="LiveId" clId="{6272F847-9BB4-417F-A861-A1D82C3E6007}" dt="2026-01-30T11:36:39.925" v="1061" actId="208"/>
      <pc:docMkLst>
        <pc:docMk/>
      </pc:docMkLst>
      <pc:sldChg chg="modSp mod">
        <pc:chgData name="Cayden Andrews" userId="a900b0b9c2d9fc9f" providerId="LiveId" clId="{6272F847-9BB4-417F-A861-A1D82C3E6007}" dt="2026-01-24T10:25:55.759" v="139" actId="20577"/>
        <pc:sldMkLst>
          <pc:docMk/>
          <pc:sldMk cId="3541877911" sldId="256"/>
        </pc:sldMkLst>
        <pc:spChg chg="mod">
          <ac:chgData name="Cayden Andrews" userId="a900b0b9c2d9fc9f" providerId="LiveId" clId="{6272F847-9BB4-417F-A861-A1D82C3E6007}" dt="2026-01-24T10:25:55.759" v="139" actId="20577"/>
          <ac:spMkLst>
            <pc:docMk/>
            <pc:sldMk cId="3541877911" sldId="256"/>
            <ac:spMk id="2" creationId="{C17A49C7-27F7-5264-9AAA-5DF7B36CA60B}"/>
          </ac:spMkLst>
        </pc:spChg>
      </pc:sldChg>
      <pc:sldChg chg="modSp mod">
        <pc:chgData name="Cayden Andrews" userId="a900b0b9c2d9fc9f" providerId="LiveId" clId="{6272F847-9BB4-417F-A861-A1D82C3E6007}" dt="2026-01-30T11:10:24.742" v="266" actId="404"/>
        <pc:sldMkLst>
          <pc:docMk/>
          <pc:sldMk cId="2287900787" sldId="258"/>
        </pc:sldMkLst>
        <pc:spChg chg="mod">
          <ac:chgData name="Cayden Andrews" userId="a900b0b9c2d9fc9f" providerId="LiveId" clId="{6272F847-9BB4-417F-A861-A1D82C3E6007}" dt="2026-01-30T11:10:24.742" v="266" actId="404"/>
          <ac:spMkLst>
            <pc:docMk/>
            <pc:sldMk cId="2287900787" sldId="258"/>
            <ac:spMk id="4" creationId="{060FECD5-959D-3478-9F75-91B52DD75991}"/>
          </ac:spMkLst>
        </pc:spChg>
      </pc:sldChg>
      <pc:sldChg chg="addSp delSp modSp new mod">
        <pc:chgData name="Cayden Andrews" userId="a900b0b9c2d9fc9f" providerId="LiveId" clId="{6272F847-9BB4-417F-A861-A1D82C3E6007}" dt="2026-01-30T11:36:39.925" v="1061" actId="208"/>
        <pc:sldMkLst>
          <pc:docMk/>
          <pc:sldMk cId="80140700" sldId="259"/>
        </pc:sldMkLst>
        <pc:spChg chg="del">
          <ac:chgData name="Cayden Andrews" userId="a900b0b9c2d9fc9f" providerId="LiveId" clId="{6272F847-9BB4-417F-A861-A1D82C3E6007}" dt="2026-01-30T11:09:15.080" v="141" actId="478"/>
          <ac:spMkLst>
            <pc:docMk/>
            <pc:sldMk cId="80140700" sldId="259"/>
            <ac:spMk id="2" creationId="{76D51EBE-8712-86CA-A26A-EF17AC472FDC}"/>
          </ac:spMkLst>
        </pc:spChg>
        <pc:spChg chg="del">
          <ac:chgData name="Cayden Andrews" userId="a900b0b9c2d9fc9f" providerId="LiveId" clId="{6272F847-9BB4-417F-A861-A1D82C3E6007}" dt="2026-01-30T11:09:15.080" v="141" actId="478"/>
          <ac:spMkLst>
            <pc:docMk/>
            <pc:sldMk cId="80140700" sldId="259"/>
            <ac:spMk id="3" creationId="{8C41A23B-0C7C-2A03-4A9A-8478FAFAE471}"/>
          </ac:spMkLst>
        </pc:spChg>
        <pc:spChg chg="add mod">
          <ac:chgData name="Cayden Andrews" userId="a900b0b9c2d9fc9f" providerId="LiveId" clId="{6272F847-9BB4-417F-A861-A1D82C3E6007}" dt="2026-01-30T11:34:40.925" v="938" actId="20577"/>
          <ac:spMkLst>
            <pc:docMk/>
            <pc:sldMk cId="80140700" sldId="259"/>
            <ac:spMk id="4" creationId="{00755088-3855-5A72-D832-7BACAFF9A9C9}"/>
          </ac:spMkLst>
        </pc:spChg>
        <pc:spChg chg="add mod">
          <ac:chgData name="Cayden Andrews" userId="a900b0b9c2d9fc9f" providerId="LiveId" clId="{6272F847-9BB4-417F-A861-A1D82C3E6007}" dt="2026-01-30T11:18:24.316" v="536" actId="1076"/>
          <ac:spMkLst>
            <pc:docMk/>
            <pc:sldMk cId="80140700" sldId="259"/>
            <ac:spMk id="7" creationId="{19F92180-E691-D7BC-E03C-E1A4F8594743}"/>
          </ac:spMkLst>
        </pc:spChg>
        <pc:spChg chg="add mod">
          <ac:chgData name="Cayden Andrews" userId="a900b0b9c2d9fc9f" providerId="LiveId" clId="{6272F847-9BB4-417F-A861-A1D82C3E6007}" dt="2026-01-30T11:18:24.316" v="536" actId="1076"/>
          <ac:spMkLst>
            <pc:docMk/>
            <pc:sldMk cId="80140700" sldId="259"/>
            <ac:spMk id="12" creationId="{41EBA784-3D82-20A7-10E7-ED77F31367AA}"/>
          </ac:spMkLst>
        </pc:spChg>
        <pc:spChg chg="add mod">
          <ac:chgData name="Cayden Andrews" userId="a900b0b9c2d9fc9f" providerId="LiveId" clId="{6272F847-9BB4-417F-A861-A1D82C3E6007}" dt="2026-01-30T11:18:24.316" v="536" actId="1076"/>
          <ac:spMkLst>
            <pc:docMk/>
            <pc:sldMk cId="80140700" sldId="259"/>
            <ac:spMk id="13" creationId="{BBA828AF-3F17-D682-F6EC-3E01198E9147}"/>
          </ac:spMkLst>
        </pc:spChg>
        <pc:spChg chg="add mod">
          <ac:chgData name="Cayden Andrews" userId="a900b0b9c2d9fc9f" providerId="LiveId" clId="{6272F847-9BB4-417F-A861-A1D82C3E6007}" dt="2026-01-30T11:18:24.316" v="536" actId="1076"/>
          <ac:spMkLst>
            <pc:docMk/>
            <pc:sldMk cId="80140700" sldId="259"/>
            <ac:spMk id="14" creationId="{4AF45523-2863-F422-1C1C-6DD0CE3423C6}"/>
          </ac:spMkLst>
        </pc:spChg>
        <pc:spChg chg="add mod">
          <ac:chgData name="Cayden Andrews" userId="a900b0b9c2d9fc9f" providerId="LiveId" clId="{6272F847-9BB4-417F-A861-A1D82C3E6007}" dt="2026-01-30T11:18:24.316" v="536" actId="1076"/>
          <ac:spMkLst>
            <pc:docMk/>
            <pc:sldMk cId="80140700" sldId="259"/>
            <ac:spMk id="15" creationId="{C0D0A5A6-770F-B451-C8C9-81E10992950E}"/>
          </ac:spMkLst>
        </pc:spChg>
        <pc:spChg chg="add mod">
          <ac:chgData name="Cayden Andrews" userId="a900b0b9c2d9fc9f" providerId="LiveId" clId="{6272F847-9BB4-417F-A861-A1D82C3E6007}" dt="2026-01-30T11:18:24.316" v="536" actId="1076"/>
          <ac:spMkLst>
            <pc:docMk/>
            <pc:sldMk cId="80140700" sldId="259"/>
            <ac:spMk id="16" creationId="{709538AD-1CA3-367B-E120-D8A2BCB9E423}"/>
          </ac:spMkLst>
        </pc:spChg>
        <pc:spChg chg="add mod">
          <ac:chgData name="Cayden Andrews" userId="a900b0b9c2d9fc9f" providerId="LiveId" clId="{6272F847-9BB4-417F-A861-A1D82C3E6007}" dt="2026-01-30T11:18:24.316" v="536" actId="1076"/>
          <ac:spMkLst>
            <pc:docMk/>
            <pc:sldMk cId="80140700" sldId="259"/>
            <ac:spMk id="17" creationId="{7017B5C8-D1FA-FCC9-F0CA-049E18E928F5}"/>
          </ac:spMkLst>
        </pc:spChg>
        <pc:spChg chg="add mod">
          <ac:chgData name="Cayden Andrews" userId="a900b0b9c2d9fc9f" providerId="LiveId" clId="{6272F847-9BB4-417F-A861-A1D82C3E6007}" dt="2026-01-30T11:33:15.755" v="731" actId="207"/>
          <ac:spMkLst>
            <pc:docMk/>
            <pc:sldMk cId="80140700" sldId="259"/>
            <ac:spMk id="20" creationId="{5DADB918-190F-0739-EE5A-DE9ED4B48706}"/>
          </ac:spMkLst>
        </pc:spChg>
        <pc:spChg chg="add mod">
          <ac:chgData name="Cayden Andrews" userId="a900b0b9c2d9fc9f" providerId="LiveId" clId="{6272F847-9BB4-417F-A861-A1D82C3E6007}" dt="2026-01-30T11:18:24.316" v="536" actId="1076"/>
          <ac:spMkLst>
            <pc:docMk/>
            <pc:sldMk cId="80140700" sldId="259"/>
            <ac:spMk id="23" creationId="{2C6E4AA6-0B17-8E19-B480-29B0B06B21CA}"/>
          </ac:spMkLst>
        </pc:spChg>
        <pc:spChg chg="add mod">
          <ac:chgData name="Cayden Andrews" userId="a900b0b9c2d9fc9f" providerId="LiveId" clId="{6272F847-9BB4-417F-A861-A1D82C3E6007}" dt="2026-01-30T11:17:37.907" v="485" actId="1076"/>
          <ac:spMkLst>
            <pc:docMk/>
            <pc:sldMk cId="80140700" sldId="259"/>
            <ac:spMk id="24" creationId="{F53B2B9C-1893-C95F-CE37-7DC520117389}"/>
          </ac:spMkLst>
        </pc:spChg>
        <pc:spChg chg="add mod">
          <ac:chgData name="Cayden Andrews" userId="a900b0b9c2d9fc9f" providerId="LiveId" clId="{6272F847-9BB4-417F-A861-A1D82C3E6007}" dt="2026-01-30T11:35:48.999" v="944" actId="14100"/>
          <ac:spMkLst>
            <pc:docMk/>
            <pc:sldMk cId="80140700" sldId="259"/>
            <ac:spMk id="25" creationId="{CCBA8DE8-80CF-755F-0D3A-7302980664F2}"/>
          </ac:spMkLst>
        </pc:spChg>
        <pc:spChg chg="add mod">
          <ac:chgData name="Cayden Andrews" userId="a900b0b9c2d9fc9f" providerId="LiveId" clId="{6272F847-9BB4-417F-A861-A1D82C3E6007}" dt="2026-01-30T11:17:52.059" v="492" actId="14100"/>
          <ac:spMkLst>
            <pc:docMk/>
            <pc:sldMk cId="80140700" sldId="259"/>
            <ac:spMk id="26" creationId="{8181A841-3F1B-8CC7-4AB8-CECC6B6B60E7}"/>
          </ac:spMkLst>
        </pc:spChg>
        <pc:spChg chg="add mod">
          <ac:chgData name="Cayden Andrews" userId="a900b0b9c2d9fc9f" providerId="LiveId" clId="{6272F847-9BB4-417F-A861-A1D82C3E6007}" dt="2026-01-30T11:24:45.639" v="546" actId="14100"/>
          <ac:spMkLst>
            <pc:docMk/>
            <pc:sldMk cId="80140700" sldId="259"/>
            <ac:spMk id="30" creationId="{BB21909B-24A5-75C1-EBA6-466721CDEB9D}"/>
          </ac:spMkLst>
        </pc:spChg>
        <pc:spChg chg="add mod">
          <ac:chgData name="Cayden Andrews" userId="a900b0b9c2d9fc9f" providerId="LiveId" clId="{6272F847-9BB4-417F-A861-A1D82C3E6007}" dt="2026-01-30T11:32:45.117" v="725" actId="14100"/>
          <ac:spMkLst>
            <pc:docMk/>
            <pc:sldMk cId="80140700" sldId="259"/>
            <ac:spMk id="33" creationId="{29147147-271D-1434-BF28-55685725BB7F}"/>
          </ac:spMkLst>
        </pc:spChg>
        <pc:spChg chg="add mod">
          <ac:chgData name="Cayden Andrews" userId="a900b0b9c2d9fc9f" providerId="LiveId" clId="{6272F847-9BB4-417F-A861-A1D82C3E6007}" dt="2026-01-30T11:34:25.682" v="933" actId="20577"/>
          <ac:spMkLst>
            <pc:docMk/>
            <pc:sldMk cId="80140700" sldId="259"/>
            <ac:spMk id="36" creationId="{18554E41-74F5-1A14-527D-98F305FEE73D}"/>
          </ac:spMkLst>
        </pc:spChg>
        <pc:spChg chg="add mod">
          <ac:chgData name="Cayden Andrews" userId="a900b0b9c2d9fc9f" providerId="LiveId" clId="{6272F847-9BB4-417F-A861-A1D82C3E6007}" dt="2026-01-30T11:36:26.066" v="1057" actId="20577"/>
          <ac:spMkLst>
            <pc:docMk/>
            <pc:sldMk cId="80140700" sldId="259"/>
            <ac:spMk id="45" creationId="{DFFBA3EE-ECB2-4FB3-ACF7-AB2D70BE094C}"/>
          </ac:spMkLst>
        </pc:spChg>
        <pc:picChg chg="add del mod">
          <ac:chgData name="Cayden Andrews" userId="a900b0b9c2d9fc9f" providerId="LiveId" clId="{6272F847-9BB4-417F-A861-A1D82C3E6007}" dt="2026-01-30T11:14:18.058" v="299" actId="478"/>
          <ac:picMkLst>
            <pc:docMk/>
            <pc:sldMk cId="80140700" sldId="259"/>
            <ac:picMk id="6" creationId="{2E3474B0-DFB7-F589-0C6B-78E1E7276C9F}"/>
          </ac:picMkLst>
        </pc:picChg>
        <pc:picChg chg="add mod ord">
          <ac:chgData name="Cayden Andrews" userId="a900b0b9c2d9fc9f" providerId="LiveId" clId="{6272F847-9BB4-417F-A861-A1D82C3E6007}" dt="2026-01-30T11:18:24.316" v="536" actId="1076"/>
          <ac:picMkLst>
            <pc:docMk/>
            <pc:sldMk cId="80140700" sldId="259"/>
            <ac:picMk id="9" creationId="{0BF2FFDA-486E-5A6C-ACF1-FB6663B54A29}"/>
          </ac:picMkLst>
        </pc:picChg>
        <pc:picChg chg="add del">
          <ac:chgData name="Cayden Andrews" userId="a900b0b9c2d9fc9f" providerId="LiveId" clId="{6272F847-9BB4-417F-A861-A1D82C3E6007}" dt="2026-01-30T11:14:34.053" v="307" actId="22"/>
          <ac:picMkLst>
            <pc:docMk/>
            <pc:sldMk cId="80140700" sldId="259"/>
            <ac:picMk id="11" creationId="{7873A720-AE90-237E-A46A-F0904D0210BF}"/>
          </ac:picMkLst>
        </pc:picChg>
        <pc:picChg chg="add mod">
          <ac:chgData name="Cayden Andrews" userId="a900b0b9c2d9fc9f" providerId="LiveId" clId="{6272F847-9BB4-417F-A861-A1D82C3E6007}" dt="2026-01-30T11:17:35.891" v="484" actId="1076"/>
          <ac:picMkLst>
            <pc:docMk/>
            <pc:sldMk cId="80140700" sldId="259"/>
            <ac:picMk id="22" creationId="{0A3B5DD4-AB8F-29B0-695C-964A03BF9B0C}"/>
          </ac:picMkLst>
        </pc:picChg>
        <pc:picChg chg="add mod">
          <ac:chgData name="Cayden Andrews" userId="a900b0b9c2d9fc9f" providerId="LiveId" clId="{6272F847-9BB4-417F-A861-A1D82C3E6007}" dt="2026-01-30T11:31:45.301" v="553" actId="1076"/>
          <ac:picMkLst>
            <pc:docMk/>
            <pc:sldMk cId="80140700" sldId="259"/>
            <ac:picMk id="32" creationId="{5FE9B3D5-8EA6-F855-09FA-527DC7315DD3}"/>
          </ac:picMkLst>
        </pc:picChg>
        <pc:picChg chg="add mod">
          <ac:chgData name="Cayden Andrews" userId="a900b0b9c2d9fc9f" providerId="LiveId" clId="{6272F847-9BB4-417F-A861-A1D82C3E6007}" dt="2026-01-30T11:33:20.161" v="732" actId="1076"/>
          <ac:picMkLst>
            <pc:docMk/>
            <pc:sldMk cId="80140700" sldId="259"/>
            <ac:picMk id="35" creationId="{9109D0F1-C1AA-06F7-E275-10EDA317D775}"/>
          </ac:picMkLst>
        </pc:picChg>
        <pc:cxnChg chg="add mod">
          <ac:chgData name="Cayden Andrews" userId="a900b0b9c2d9fc9f" providerId="LiveId" clId="{6272F847-9BB4-417F-A861-A1D82C3E6007}" dt="2026-01-30T11:36:37.853" v="1060" actId="208"/>
          <ac:cxnSpMkLst>
            <pc:docMk/>
            <pc:sldMk cId="80140700" sldId="259"/>
            <ac:cxnSpMk id="19" creationId="{2FF95C9F-C6F7-5FE3-095F-BEE3DB66DE98}"/>
          </ac:cxnSpMkLst>
        </pc:cxnChg>
        <pc:cxnChg chg="add mod">
          <ac:chgData name="Cayden Andrews" userId="a900b0b9c2d9fc9f" providerId="LiveId" clId="{6272F847-9BB4-417F-A861-A1D82C3E6007}" dt="2026-01-30T11:36:39.925" v="1061" actId="208"/>
          <ac:cxnSpMkLst>
            <pc:docMk/>
            <pc:sldMk cId="80140700" sldId="259"/>
            <ac:cxnSpMk id="28" creationId="{CD466385-7CCC-B385-28D3-113363C7085F}"/>
          </ac:cxnSpMkLst>
        </pc:cxnChg>
        <pc:cxnChg chg="add">
          <ac:chgData name="Cayden Andrews" userId="a900b0b9c2d9fc9f" providerId="LiveId" clId="{6272F847-9BB4-417F-A861-A1D82C3E6007}" dt="2026-01-30T11:34:47.290" v="939" actId="11529"/>
          <ac:cxnSpMkLst>
            <pc:docMk/>
            <pc:sldMk cId="80140700" sldId="259"/>
            <ac:cxnSpMk id="38" creationId="{486E0C2A-B0C8-D8B8-4929-94453EB70193}"/>
          </ac:cxnSpMkLst>
        </pc:cxnChg>
        <pc:cxnChg chg="add">
          <ac:chgData name="Cayden Andrews" userId="a900b0b9c2d9fc9f" providerId="LiveId" clId="{6272F847-9BB4-417F-A861-A1D82C3E6007}" dt="2026-01-30T11:34:51.754" v="940" actId="11529"/>
          <ac:cxnSpMkLst>
            <pc:docMk/>
            <pc:sldMk cId="80140700" sldId="259"/>
            <ac:cxnSpMk id="40" creationId="{4D57D0EF-6F4D-3A8F-79D1-90FFCF66AAA9}"/>
          </ac:cxnSpMkLst>
        </pc:cxnChg>
        <pc:cxnChg chg="add">
          <ac:chgData name="Cayden Andrews" userId="a900b0b9c2d9fc9f" providerId="LiveId" clId="{6272F847-9BB4-417F-A861-A1D82C3E6007}" dt="2026-01-30T11:34:56.472" v="941" actId="11529"/>
          <ac:cxnSpMkLst>
            <pc:docMk/>
            <pc:sldMk cId="80140700" sldId="259"/>
            <ac:cxnSpMk id="42" creationId="{345BA78A-F1CE-F5F6-BE19-A2D1061A1C33}"/>
          </ac:cxnSpMkLst>
        </pc:cxnChg>
        <pc:cxnChg chg="add">
          <ac:chgData name="Cayden Andrews" userId="a900b0b9c2d9fc9f" providerId="LiveId" clId="{6272F847-9BB4-417F-A861-A1D82C3E6007}" dt="2026-01-30T11:35:00.625" v="942" actId="11529"/>
          <ac:cxnSpMkLst>
            <pc:docMk/>
            <pc:sldMk cId="80140700" sldId="259"/>
            <ac:cxnSpMk id="44" creationId="{C6A46CE8-6C5E-C4D8-1334-61319648D01C}"/>
          </ac:cxnSpMkLst>
        </pc:cxnChg>
        <pc:cxnChg chg="add mod">
          <ac:chgData name="Cayden Andrews" userId="a900b0b9c2d9fc9f" providerId="LiveId" clId="{6272F847-9BB4-417F-A861-A1D82C3E6007}" dt="2026-01-30T11:36:35.747" v="1059" actId="208"/>
          <ac:cxnSpMkLst>
            <pc:docMk/>
            <pc:sldMk cId="80140700" sldId="259"/>
            <ac:cxnSpMk id="47" creationId="{ABCA5E34-53A7-CA17-C421-F137FFFC6289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BDC69-C774-62B4-063B-AD332E3AF7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60279C-A548-1BA9-735D-CA8E5B82BA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C4A0C-9D8C-146D-C8A1-77F3653E8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1E8CE-41B7-F43C-3FA7-901D8EF5D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6216F-C36F-96E7-22DB-978337CA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535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AA176-3D1D-8CC1-401A-F822656E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706C7-6049-C952-7228-C774EE866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D9C54E-7563-BC51-FDA0-08B0F88FE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E19327-E598-196E-DFE3-16FE9D29E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66FF09-5D70-A080-4531-A161E4CCC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748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10825-46C5-B8ED-29E8-0D8A44E70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8B15C-204E-8A9F-BDA2-BDB97CC32A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A00216-BFAA-205F-E049-8BAA5E962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9B3C7-3A95-4DB0-E59D-9C299BA45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18C81-E465-F5AF-628E-829BEFCB1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8823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D50C4-EC92-A1A3-38BD-CAA40F634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F44826-D500-1408-DE02-2EC18D15F8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9AA762-22AC-D184-E6CD-28E7F15286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75B085-507B-D4D2-8F98-D04ED6B46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17A1D3-AC3A-E51F-ACC5-19E4C2377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51452-DB95-3D63-46B3-C7B7B70DF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9097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925B2-2E20-5E03-7C7A-EDCD69067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681B2-F55D-2092-42AF-9CED1A69CF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A1739-262D-FADE-4DCD-E81E25AFA9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84299-6035-DC15-33F5-020C806121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ACDAC2-71A0-16BF-5767-132CFDDA6F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3A7736-E3DA-60C0-3862-5590E0BFC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05074B-EBEE-008D-7C4C-A4CB164B1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9217DD-9B3B-72CE-7E45-3B6CC5FE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1399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5A5EA-9C46-82E3-AB8E-D8DF893F8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F6CB26-0005-F5AC-32A5-B1617BB04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FD4929-8799-0E6E-BE34-606B8B529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860041-CAEA-B74E-8347-7A60E8957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85647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FE9078-A055-3447-0C54-55E61C637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99FB20-0542-5B63-1B51-4ED020BA6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6C030-FD27-F7B9-1338-68EAA767A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9087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BF222-1FA4-033D-3669-9286CDAB0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E233D-F8F7-66F1-D3EB-C01A615AC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041C1-BBB7-E31D-42CB-CDCD09835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E6EB47-6058-B27F-67C2-51D0F612E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4B72B3-E5E8-74AE-78EB-2095C2C0F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8C6132-B70F-1D6F-400A-1F810523B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857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E7105-F82A-E91C-48D7-BA6A79800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70C6C9-8ABD-B7A0-3927-F1AC0FA359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CFAB9-2A9B-EF40-3A8A-2CE680AE6F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98BF3E-AEE1-6E54-3248-936CC0231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C2CEC9-4E20-6D78-D99D-63E057F91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95EE9B-410F-6F56-1D92-B71BA57A8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430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48943-2635-3F85-43EF-A73D2623C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1731B8-89C2-4FD8-3349-42362B0063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5547A3-EB26-F4F6-A1BB-E01A27F18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CAACE4-BFD8-AEE5-2383-C54CA491F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19E82-9B1A-8D76-3C04-B913A70D1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739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0D32DB-71A8-1CCA-E0DF-D9B264ACE1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092547-F5D4-3660-E772-9419FB9D8F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664ED-2A98-FD09-AC13-A0C942ECA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09907-7104-0DEF-DBBA-2A4A313CD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95F94-5C0A-D089-6880-E9FC34E08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0361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804B5A-6C6D-28F6-6605-2A350E7A7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CB5F5F-0CD3-A9C6-86BA-92FDB086F3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FDCCDE-007D-538C-B227-F9D49A78F9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5F75EA-5DA0-4839-9D7D-A0FA68C3529A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6FDB3-A4D0-1091-6EAE-A9E1FD1E8D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EC164-7041-F3FE-980B-C4AF4C5EBE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512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EF1C0F-19D0-6809-483F-67AF669BC6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8" y="124063"/>
            <a:ext cx="1560579" cy="156057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C7CDD3-63EE-5958-DD46-B7B3BB0E04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7" y="1813830"/>
            <a:ext cx="1560579" cy="1560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A3A646-8B99-CAAD-D869-106F10CD57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7" y="3503597"/>
            <a:ext cx="1560579" cy="15605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E80562-4B8B-C58C-5569-20CCDEC309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6" y="5169015"/>
            <a:ext cx="1560579" cy="156057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6D4D824-EA80-BAE2-0C2A-0C82D14253B1}"/>
              </a:ext>
            </a:extLst>
          </p:cNvPr>
          <p:cNvCxnSpPr/>
          <p:nvPr/>
        </p:nvCxnSpPr>
        <p:spPr>
          <a:xfrm>
            <a:off x="57150" y="17462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6FAABF3-09D4-2FF5-C0AC-31EC53F7F0D3}"/>
              </a:ext>
            </a:extLst>
          </p:cNvPr>
          <p:cNvCxnSpPr/>
          <p:nvPr/>
        </p:nvCxnSpPr>
        <p:spPr>
          <a:xfrm>
            <a:off x="57150" y="34353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0164283-6EFF-8866-8861-0467EB7F1019}"/>
              </a:ext>
            </a:extLst>
          </p:cNvPr>
          <p:cNvCxnSpPr/>
          <p:nvPr/>
        </p:nvCxnSpPr>
        <p:spPr>
          <a:xfrm>
            <a:off x="57150" y="51117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93F30F31-2C14-7898-8CFA-3EE7856FCD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9520" y="891292"/>
            <a:ext cx="571580" cy="75258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96E6BDD-B6DE-BD25-9FF2-245EEA7B20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5070" y="2538837"/>
            <a:ext cx="600159" cy="79068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93278CC-EDE7-EA22-86DA-4687E35A064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9948" y="2491352"/>
            <a:ext cx="609685" cy="73352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58CA3D9-AF1B-C375-4F98-F7FF7920A02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56377" y="886528"/>
            <a:ext cx="600159" cy="77163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15D0316-1BD1-E1BD-0F7C-6C0D6843CF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92454" y="5958994"/>
            <a:ext cx="609685" cy="74305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F240003-3A85-9C28-D37A-06E764563F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5069" y="4243295"/>
            <a:ext cx="600159" cy="79068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98B84A4-5C13-E997-A1DD-DB1F4DA09DA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2693" y="4243295"/>
            <a:ext cx="600159" cy="77163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A1E1535-821E-F790-D2FE-C290530C2D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0317" y="4252820"/>
            <a:ext cx="571580" cy="75258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89D8C7F-3DE1-E97D-BD3F-35932244226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4842" y="5958994"/>
            <a:ext cx="609685" cy="73352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FC3D72C8-7197-9D60-A6B4-BB60C56720F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05935" y="922987"/>
            <a:ext cx="609685" cy="743054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397D4738-39D1-FBBE-39F7-47B00322E329}"/>
              </a:ext>
            </a:extLst>
          </p:cNvPr>
          <p:cNvSpPr txBox="1"/>
          <p:nvPr/>
        </p:nvSpPr>
        <p:spPr>
          <a:xfrm>
            <a:off x="6653611" y="111283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25%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CD516E3-159B-46FE-9D7C-E39697C971AF}"/>
              </a:ext>
            </a:extLst>
          </p:cNvPr>
          <p:cNvSpPr txBox="1"/>
          <p:nvPr/>
        </p:nvSpPr>
        <p:spPr>
          <a:xfrm>
            <a:off x="4192313" y="514208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60%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C7632B-A411-BACA-768B-B9C33D7ACACE}"/>
              </a:ext>
            </a:extLst>
          </p:cNvPr>
          <p:cNvSpPr txBox="1"/>
          <p:nvPr/>
        </p:nvSpPr>
        <p:spPr>
          <a:xfrm>
            <a:off x="2859520" y="514208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8FAF138-635E-3041-54D6-5712A05CDE0A}"/>
              </a:ext>
            </a:extLst>
          </p:cNvPr>
          <p:cNvSpPr txBox="1"/>
          <p:nvPr/>
        </p:nvSpPr>
        <p:spPr>
          <a:xfrm>
            <a:off x="2851006" y="2231060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25%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813F097-2DB2-1772-B111-ED412C982561}"/>
              </a:ext>
            </a:extLst>
          </p:cNvPr>
          <p:cNvSpPr txBox="1"/>
          <p:nvPr/>
        </p:nvSpPr>
        <p:spPr>
          <a:xfrm>
            <a:off x="2874746" y="3904160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3AFF2FD-5B11-1C5A-9786-776861B43610}"/>
              </a:ext>
            </a:extLst>
          </p:cNvPr>
          <p:cNvSpPr txBox="1"/>
          <p:nvPr/>
        </p:nvSpPr>
        <p:spPr>
          <a:xfrm>
            <a:off x="2833153" y="5629813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66%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072508-B13E-E5E6-2604-E9F3A7FDD471}"/>
              </a:ext>
            </a:extLst>
          </p:cNvPr>
          <p:cNvSpPr txBox="1"/>
          <p:nvPr/>
        </p:nvSpPr>
        <p:spPr>
          <a:xfrm>
            <a:off x="4710848" y="5629814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34%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035DBD-0F5B-05DB-CE21-C8B1435CB537}"/>
              </a:ext>
            </a:extLst>
          </p:cNvPr>
          <p:cNvSpPr txBox="1"/>
          <p:nvPr/>
        </p:nvSpPr>
        <p:spPr>
          <a:xfrm>
            <a:off x="4735596" y="391115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BC3066-6006-78B6-C2B0-00D68C38440B}"/>
              </a:ext>
            </a:extLst>
          </p:cNvPr>
          <p:cNvSpPr txBox="1"/>
          <p:nvPr/>
        </p:nvSpPr>
        <p:spPr>
          <a:xfrm>
            <a:off x="4729976" y="219765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75%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131C3D-97D4-85E8-9C6D-8C260212572E}"/>
              </a:ext>
            </a:extLst>
          </p:cNvPr>
          <p:cNvSpPr txBox="1"/>
          <p:nvPr/>
        </p:nvSpPr>
        <p:spPr>
          <a:xfrm>
            <a:off x="6653611" y="3916711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20%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EC4063A-89DD-3C22-81A3-0795EC7AA94A}"/>
              </a:ext>
            </a:extLst>
          </p:cNvPr>
          <p:cNvSpPr/>
          <p:nvPr/>
        </p:nvSpPr>
        <p:spPr>
          <a:xfrm>
            <a:off x="2698750" y="514208"/>
            <a:ext cx="2120900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9BA20A-F607-1CFA-8D35-25B87D451355}"/>
              </a:ext>
            </a:extLst>
          </p:cNvPr>
          <p:cNvSpPr txBox="1"/>
          <p:nvPr/>
        </p:nvSpPr>
        <p:spPr>
          <a:xfrm>
            <a:off x="3583640" y="14898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75%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56BE52F-0CB0-EEBD-ECE4-867E90E45F1E}"/>
              </a:ext>
            </a:extLst>
          </p:cNvPr>
          <p:cNvSpPr txBox="1"/>
          <p:nvPr/>
        </p:nvSpPr>
        <p:spPr>
          <a:xfrm>
            <a:off x="6612796" y="557946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100%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7C63B35-3821-10A5-58B2-9D898B7E5405}"/>
              </a:ext>
            </a:extLst>
          </p:cNvPr>
          <p:cNvSpPr/>
          <p:nvPr/>
        </p:nvSpPr>
        <p:spPr>
          <a:xfrm>
            <a:off x="6470224" y="504518"/>
            <a:ext cx="816277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2124534-E43D-35F4-D26B-33C6354F066B}"/>
              </a:ext>
            </a:extLst>
          </p:cNvPr>
          <p:cNvSpPr txBox="1"/>
          <p:nvPr/>
        </p:nvSpPr>
        <p:spPr>
          <a:xfrm>
            <a:off x="3785367" y="1853846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156F24D-07B4-3AAE-D5FF-8196BEC680E1}"/>
              </a:ext>
            </a:extLst>
          </p:cNvPr>
          <p:cNvSpPr/>
          <p:nvPr/>
        </p:nvSpPr>
        <p:spPr>
          <a:xfrm>
            <a:off x="2698750" y="2185410"/>
            <a:ext cx="2683399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2F1FDDA-7779-46DC-6ECF-DF8E34F75DF5}"/>
              </a:ext>
            </a:extLst>
          </p:cNvPr>
          <p:cNvSpPr txBox="1"/>
          <p:nvPr/>
        </p:nvSpPr>
        <p:spPr>
          <a:xfrm>
            <a:off x="4729975" y="3496292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BBB29FA-2547-7E7B-EE9D-449E377D6B6A}"/>
              </a:ext>
            </a:extLst>
          </p:cNvPr>
          <p:cNvSpPr/>
          <p:nvPr/>
        </p:nvSpPr>
        <p:spPr>
          <a:xfrm>
            <a:off x="2698750" y="3859624"/>
            <a:ext cx="4679012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B77318-047F-530B-FD2E-C0F2B4848BE2}"/>
              </a:ext>
            </a:extLst>
          </p:cNvPr>
          <p:cNvSpPr txBox="1"/>
          <p:nvPr/>
        </p:nvSpPr>
        <p:spPr>
          <a:xfrm>
            <a:off x="3785367" y="5169015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A0BEAAD-336B-D169-01D9-63E8055D937A}"/>
              </a:ext>
            </a:extLst>
          </p:cNvPr>
          <p:cNvSpPr/>
          <p:nvPr/>
        </p:nvSpPr>
        <p:spPr>
          <a:xfrm>
            <a:off x="2698750" y="5560600"/>
            <a:ext cx="2684345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C52358D-32EA-9F32-4594-0FD8BC1DC24F}"/>
              </a:ext>
            </a:extLst>
          </p:cNvPr>
          <p:cNvSpPr/>
          <p:nvPr/>
        </p:nvSpPr>
        <p:spPr>
          <a:xfrm>
            <a:off x="8672933" y="273489"/>
            <a:ext cx="591717" cy="570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25AEB19-1706-6727-1B37-7381965447DA}"/>
              </a:ext>
            </a:extLst>
          </p:cNvPr>
          <p:cNvSpPr txBox="1"/>
          <p:nvPr/>
        </p:nvSpPr>
        <p:spPr>
          <a:xfrm>
            <a:off x="9355682" y="373280"/>
            <a:ext cx="2590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= Individual Group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78CCB45-0FF2-F7F3-6AEA-09E94B6762C0}"/>
              </a:ext>
            </a:extLst>
          </p:cNvPr>
          <p:cNvSpPr txBox="1"/>
          <p:nvPr/>
        </p:nvSpPr>
        <p:spPr>
          <a:xfrm>
            <a:off x="174385" y="188614"/>
            <a:ext cx="14351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Palette/</a:t>
            </a:r>
          </a:p>
          <a:p>
            <a:r>
              <a:rPr lang="en-GB" dirty="0"/>
              <a:t>Biome 1</a:t>
            </a:r>
          </a:p>
          <a:p>
            <a:endParaRPr lang="en-GB" dirty="0"/>
          </a:p>
          <a:p>
            <a:r>
              <a:rPr lang="en-GB" dirty="0"/>
              <a:t>Density: 25</a:t>
            </a:r>
          </a:p>
          <a:p>
            <a:r>
              <a:rPr lang="en-GB" sz="1050" dirty="0"/>
              <a:t>(% of biome taken up by objects)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D69543-98FA-9D05-FA8B-6E2D2B73DC58}"/>
              </a:ext>
            </a:extLst>
          </p:cNvPr>
          <p:cNvSpPr txBox="1"/>
          <p:nvPr/>
        </p:nvSpPr>
        <p:spPr>
          <a:xfrm>
            <a:off x="111646" y="1877713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2</a:t>
            </a:r>
          </a:p>
          <a:p>
            <a:endParaRPr lang="en-GB" dirty="0"/>
          </a:p>
          <a:p>
            <a:r>
              <a:rPr lang="en-GB" dirty="0"/>
              <a:t>Density: 50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39D29A-F44D-D6AE-8172-F3FCEE6EA930}"/>
              </a:ext>
            </a:extLst>
          </p:cNvPr>
          <p:cNvSpPr txBox="1"/>
          <p:nvPr/>
        </p:nvSpPr>
        <p:spPr>
          <a:xfrm>
            <a:off x="174385" y="3568759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3</a:t>
            </a:r>
          </a:p>
          <a:p>
            <a:endParaRPr lang="en-GB" dirty="0"/>
          </a:p>
          <a:p>
            <a:r>
              <a:rPr lang="en-GB" dirty="0"/>
              <a:t>Density: 50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2131F5F-9469-7523-74AD-873394A4B489}"/>
              </a:ext>
            </a:extLst>
          </p:cNvPr>
          <p:cNvSpPr txBox="1"/>
          <p:nvPr/>
        </p:nvSpPr>
        <p:spPr>
          <a:xfrm>
            <a:off x="174385" y="5245158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4</a:t>
            </a:r>
          </a:p>
          <a:p>
            <a:endParaRPr lang="en-GB" dirty="0"/>
          </a:p>
          <a:p>
            <a:r>
              <a:rPr lang="en-GB" dirty="0"/>
              <a:t>Density: 33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D0A326-223F-391F-E943-1DCA9822D04A}"/>
              </a:ext>
            </a:extLst>
          </p:cNvPr>
          <p:cNvSpPr txBox="1"/>
          <p:nvPr/>
        </p:nvSpPr>
        <p:spPr>
          <a:xfrm>
            <a:off x="8672933" y="978872"/>
            <a:ext cx="327354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Bold    </a:t>
            </a:r>
            <a:r>
              <a:rPr lang="en-GB" dirty="0"/>
              <a:t>= Group Weighting </a:t>
            </a:r>
          </a:p>
          <a:p>
            <a:r>
              <a:rPr lang="en-GB" sz="1200" dirty="0"/>
              <a:t>(% chance of object from group being placed when placing an object)</a:t>
            </a:r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7A49C7-27F7-5264-9AAA-5DF7B36CA60B}"/>
              </a:ext>
            </a:extLst>
          </p:cNvPr>
          <p:cNvSpPr txBox="1"/>
          <p:nvPr/>
        </p:nvSpPr>
        <p:spPr>
          <a:xfrm>
            <a:off x="8333362" y="1684642"/>
            <a:ext cx="368425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Please use a muted screen recorder e.g. </a:t>
            </a:r>
            <a:r>
              <a:rPr lang="en-GB" dirty="0" err="1"/>
              <a:t>shareX</a:t>
            </a:r>
            <a:r>
              <a:rPr lang="en-GB" dirty="0"/>
              <a:t> or muted OBS to record painting each unity scene with each tool.</a:t>
            </a:r>
          </a:p>
          <a:p>
            <a:endParaRPr lang="en-GB" dirty="0"/>
          </a:p>
          <a:p>
            <a:r>
              <a:rPr lang="en-GB" dirty="0"/>
              <a:t>1 recording per tool, painting all 3 scenes within that recording.</a:t>
            </a:r>
          </a:p>
          <a:p>
            <a:endParaRPr lang="en-GB" dirty="0"/>
          </a:p>
          <a:p>
            <a:r>
              <a:rPr lang="en-GB" dirty="0"/>
              <a:t>Note: Don’t worry about time taken or file size, the limit per recording is 1GB.</a:t>
            </a:r>
          </a:p>
          <a:p>
            <a:endParaRPr lang="en-GB" dirty="0"/>
          </a:p>
          <a:p>
            <a:r>
              <a:rPr lang="en-GB" dirty="0"/>
              <a:t>One finished in the large scene, you should delete all objects placed in the red biome and time the time taken to then </a:t>
            </a:r>
            <a:r>
              <a:rPr lang="en-GB"/>
              <a:t>repaint that biome.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41877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EF046-E325-9BA1-B94B-585349065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8381" y="1543912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T1 - stones random</a:t>
            </a:r>
          </a:p>
          <a:p>
            <a:r>
              <a:rPr lang="en-GB" dirty="0"/>
              <a:t>- spacing = density</a:t>
            </a:r>
          </a:p>
          <a:p>
            <a:endParaRPr lang="en-GB" dirty="0"/>
          </a:p>
          <a:p>
            <a:r>
              <a:rPr lang="en-GB" dirty="0"/>
              <a:t>T2 - grid</a:t>
            </a:r>
          </a:p>
          <a:p>
            <a:r>
              <a:rPr lang="en-GB" dirty="0"/>
              <a:t>- place on surface</a:t>
            </a:r>
          </a:p>
          <a:p>
            <a:r>
              <a:rPr lang="en-GB" dirty="0"/>
              <a:t>- high jitter 7 on x and z</a:t>
            </a:r>
          </a:p>
          <a:p>
            <a:r>
              <a:rPr lang="en-GB" dirty="0"/>
              <a:t>- </a:t>
            </a:r>
            <a:r>
              <a:rPr lang="en-GB" dirty="0" err="1"/>
              <a:t>countment</a:t>
            </a:r>
            <a:r>
              <a:rPr lang="en-GB" dirty="0"/>
              <a:t> should be delta / distance – 3 &amp; 3</a:t>
            </a:r>
          </a:p>
          <a:p>
            <a:r>
              <a:rPr lang="en-GB" dirty="0"/>
              <a:t>- fill rate for density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419542-0773-0526-E565-CFB9A3703D9F}"/>
              </a:ext>
            </a:extLst>
          </p:cNvPr>
          <p:cNvSpPr txBox="1"/>
          <p:nvPr/>
        </p:nvSpPr>
        <p:spPr>
          <a:xfrm>
            <a:off x="252919" y="207523"/>
            <a:ext cx="110960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800" b="1" dirty="0"/>
              <a:t>Settings to change for tool 1 and 2</a:t>
            </a:r>
          </a:p>
        </p:txBody>
      </p:sp>
    </p:spTree>
    <p:extLst>
      <p:ext uri="{BB962C8B-B14F-4D97-AF65-F5344CB8AC3E}">
        <p14:creationId xmlns:p14="http://schemas.microsoft.com/office/powerpoint/2010/main" val="3658050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41B83-81DF-657F-42DC-2AE8087CA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How to access each tool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C20D0B-46E0-6D64-F1DC-985236AE56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6754168" cy="46774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60FECD5-959D-3478-9F75-91B52DD75991}"/>
              </a:ext>
            </a:extLst>
          </p:cNvPr>
          <p:cNvSpPr txBox="1"/>
          <p:nvPr/>
        </p:nvSpPr>
        <p:spPr>
          <a:xfrm>
            <a:off x="7743217" y="1690688"/>
            <a:ext cx="3702996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Take as much time  as you need to learn each tool before starting to time the scenes.</a:t>
            </a:r>
          </a:p>
          <a:p>
            <a:endParaRPr lang="en-GB" sz="3200" dirty="0"/>
          </a:p>
          <a:p>
            <a:r>
              <a:rPr lang="en-GB" sz="2000" dirty="0"/>
              <a:t>Note: clicking the terrain will activate the unity terrain tool – this is not any of the 3 tools so should not be used.</a:t>
            </a:r>
          </a:p>
        </p:txBody>
      </p:sp>
    </p:spTree>
    <p:extLst>
      <p:ext uri="{BB962C8B-B14F-4D97-AF65-F5344CB8AC3E}">
        <p14:creationId xmlns:p14="http://schemas.microsoft.com/office/powerpoint/2010/main" val="2287900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BF2FFDA-486E-5A6C-ACF1-FB6663B54A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3874" y="723900"/>
            <a:ext cx="2877199" cy="58801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755088-3855-5A72-D832-7BACAFF9A9C9}"/>
              </a:ext>
            </a:extLst>
          </p:cNvPr>
          <p:cNvSpPr txBox="1"/>
          <p:nvPr/>
        </p:nvSpPr>
        <p:spPr>
          <a:xfrm>
            <a:off x="127000" y="152400"/>
            <a:ext cx="11563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Tool1					Tool2					CAAPT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9F92180-E691-D7BC-E03C-E1A4F8594743}"/>
              </a:ext>
            </a:extLst>
          </p:cNvPr>
          <p:cNvSpPr/>
          <p:nvPr/>
        </p:nvSpPr>
        <p:spPr>
          <a:xfrm>
            <a:off x="5244376" y="1041400"/>
            <a:ext cx="901700" cy="2349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EBA784-3D82-20A7-10E7-ED77F31367AA}"/>
              </a:ext>
            </a:extLst>
          </p:cNvPr>
          <p:cNvSpPr/>
          <p:nvPr/>
        </p:nvSpPr>
        <p:spPr>
          <a:xfrm>
            <a:off x="5384076" y="2609850"/>
            <a:ext cx="901700" cy="2349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BA828AF-3F17-D682-F6EC-3E01198E9147}"/>
              </a:ext>
            </a:extLst>
          </p:cNvPr>
          <p:cNvSpPr/>
          <p:nvPr/>
        </p:nvSpPr>
        <p:spPr>
          <a:xfrm>
            <a:off x="4108125" y="2727325"/>
            <a:ext cx="901700" cy="2349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AF45523-2863-F422-1C1C-6DD0CE3423C6}"/>
              </a:ext>
            </a:extLst>
          </p:cNvPr>
          <p:cNvSpPr/>
          <p:nvPr/>
        </p:nvSpPr>
        <p:spPr>
          <a:xfrm>
            <a:off x="6088926" y="3162300"/>
            <a:ext cx="590550" cy="1407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0D0A5A6-770F-B451-C8C9-81E10992950E}"/>
              </a:ext>
            </a:extLst>
          </p:cNvPr>
          <p:cNvSpPr/>
          <p:nvPr/>
        </p:nvSpPr>
        <p:spPr>
          <a:xfrm>
            <a:off x="4266476" y="3994150"/>
            <a:ext cx="412750" cy="2349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9538AD-1CA3-367B-E120-D8A2BCB9E423}"/>
              </a:ext>
            </a:extLst>
          </p:cNvPr>
          <p:cNvSpPr/>
          <p:nvPr/>
        </p:nvSpPr>
        <p:spPr>
          <a:xfrm>
            <a:off x="3777526" y="5143500"/>
            <a:ext cx="901700" cy="2349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17B5C8-D1FA-FCC9-F0CA-049E18E928F5}"/>
              </a:ext>
            </a:extLst>
          </p:cNvPr>
          <p:cNvSpPr/>
          <p:nvPr/>
        </p:nvSpPr>
        <p:spPr>
          <a:xfrm>
            <a:off x="5625376" y="5143500"/>
            <a:ext cx="901700" cy="2349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FF95C9F-C6F7-5FE3-095F-BEE3DB66DE98}"/>
              </a:ext>
            </a:extLst>
          </p:cNvPr>
          <p:cNvCxnSpPr>
            <a:endCxn id="14" idx="3"/>
          </p:cNvCxnSpPr>
          <p:nvPr/>
        </p:nvCxnSpPr>
        <p:spPr>
          <a:xfrm flipH="1" flipV="1">
            <a:off x="6679476" y="3232666"/>
            <a:ext cx="279400" cy="38683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DADB918-190F-0739-EE5A-DE9ED4B48706}"/>
              </a:ext>
            </a:extLst>
          </p:cNvPr>
          <p:cNvSpPr txBox="1"/>
          <p:nvPr/>
        </p:nvSpPr>
        <p:spPr>
          <a:xfrm>
            <a:off x="5718454" y="3632200"/>
            <a:ext cx="1941653" cy="9588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sz="1100" dirty="0"/>
              <a:t>Once the rest are set all you need to edit in the UI is dragging objects into the objects section and edit this slider to edit the density.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A3B5DD4-AB8F-29B0-695C-964A03BF9B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3" y="884700"/>
            <a:ext cx="3223024" cy="5338299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2C6E4AA6-0B17-8E19-B480-29B0B06B21CA}"/>
              </a:ext>
            </a:extLst>
          </p:cNvPr>
          <p:cNvSpPr/>
          <p:nvPr/>
        </p:nvSpPr>
        <p:spPr>
          <a:xfrm>
            <a:off x="4721623" y="6410325"/>
            <a:ext cx="901700" cy="2349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3B2B9C-1893-C95F-CE37-7DC520117389}"/>
              </a:ext>
            </a:extLst>
          </p:cNvPr>
          <p:cNvSpPr/>
          <p:nvPr/>
        </p:nvSpPr>
        <p:spPr>
          <a:xfrm>
            <a:off x="958850" y="1104900"/>
            <a:ext cx="285750" cy="2349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CBA8DE8-80CF-755F-0D3A-7302980664F2}"/>
              </a:ext>
            </a:extLst>
          </p:cNvPr>
          <p:cNvSpPr/>
          <p:nvPr/>
        </p:nvSpPr>
        <p:spPr>
          <a:xfrm>
            <a:off x="108144" y="1524774"/>
            <a:ext cx="476056" cy="5961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181A841-3F1B-8CC7-4AB8-CECC6B6B60E7}"/>
              </a:ext>
            </a:extLst>
          </p:cNvPr>
          <p:cNvSpPr/>
          <p:nvPr/>
        </p:nvSpPr>
        <p:spPr>
          <a:xfrm>
            <a:off x="3079750" y="3162300"/>
            <a:ext cx="322787" cy="2349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D466385-7CCC-B385-28D3-113363C7085F}"/>
              </a:ext>
            </a:extLst>
          </p:cNvPr>
          <p:cNvCxnSpPr>
            <a:cxnSpLocks/>
            <a:endCxn id="24" idx="3"/>
          </p:cNvCxnSpPr>
          <p:nvPr/>
        </p:nvCxnSpPr>
        <p:spPr>
          <a:xfrm flipH="1">
            <a:off x="1244600" y="723900"/>
            <a:ext cx="946150" cy="4984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B21909B-24A5-75C1-EBA6-466721CDEB9D}"/>
              </a:ext>
            </a:extLst>
          </p:cNvPr>
          <p:cNvSpPr txBox="1"/>
          <p:nvPr/>
        </p:nvSpPr>
        <p:spPr>
          <a:xfrm>
            <a:off x="2190749" y="400050"/>
            <a:ext cx="14747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This will allow you to paint in scene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5FE9B3D5-8EA6-F855-09FA-527DC7315D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9367" y="521732"/>
            <a:ext cx="2483816" cy="257848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29147147-271D-1434-BF28-55685725BB7F}"/>
              </a:ext>
            </a:extLst>
          </p:cNvPr>
          <p:cNvSpPr txBox="1"/>
          <p:nvPr/>
        </p:nvSpPr>
        <p:spPr>
          <a:xfrm>
            <a:off x="9503183" y="521732"/>
            <a:ext cx="23586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Name palette</a:t>
            </a:r>
          </a:p>
          <a:p>
            <a:endParaRPr lang="en-GB" sz="1200" dirty="0"/>
          </a:p>
          <a:p>
            <a:r>
              <a:rPr lang="en-GB" sz="1200" dirty="0"/>
              <a:t>Density slider - % fill</a:t>
            </a:r>
          </a:p>
          <a:p>
            <a:endParaRPr lang="en-GB" sz="1200" dirty="0"/>
          </a:p>
          <a:p>
            <a:r>
              <a:rPr lang="en-GB" sz="1200" dirty="0"/>
              <a:t>Group weight – chance of that group being painted</a:t>
            </a:r>
          </a:p>
          <a:p>
            <a:endParaRPr lang="en-GB" sz="1200" dirty="0"/>
          </a:p>
          <a:p>
            <a:r>
              <a:rPr lang="en-GB" sz="1200" dirty="0"/>
              <a:t>Object weight – chance of that object being painted when group is used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9109D0F1-C1AA-06F7-E275-10EDA317D7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0078" y="3232666"/>
            <a:ext cx="2621537" cy="212128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8554E41-74F5-1A14-527D-98F305FEE73D}"/>
              </a:ext>
            </a:extLst>
          </p:cNvPr>
          <p:cNvSpPr txBox="1"/>
          <p:nvPr/>
        </p:nvSpPr>
        <p:spPr>
          <a:xfrm>
            <a:off x="10461615" y="3341033"/>
            <a:ext cx="1685935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Name the zone</a:t>
            </a:r>
          </a:p>
          <a:p>
            <a:endParaRPr lang="en-GB" sz="1200" dirty="0"/>
          </a:p>
          <a:p>
            <a:r>
              <a:rPr lang="en-GB" sz="1200" dirty="0"/>
              <a:t>Assign it a saved palette</a:t>
            </a:r>
          </a:p>
          <a:p>
            <a:endParaRPr lang="en-GB" sz="1200" dirty="0"/>
          </a:p>
          <a:p>
            <a:r>
              <a:rPr lang="en-GB" sz="1200" dirty="0"/>
              <a:t>Make a scene parent for the zone</a:t>
            </a:r>
          </a:p>
          <a:p>
            <a:endParaRPr lang="en-GB" sz="1200" dirty="0"/>
          </a:p>
          <a:p>
            <a:r>
              <a:rPr lang="en-GB" sz="1200" dirty="0"/>
              <a:t>Create a sub zone for the active zone then press u to activate the brush tool to place its bounds in the scene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86E0C2A-B0C8-D8B8-4929-94453EB70193}"/>
              </a:ext>
            </a:extLst>
          </p:cNvPr>
          <p:cNvCxnSpPr/>
          <p:nvPr/>
        </p:nvCxnSpPr>
        <p:spPr>
          <a:xfrm>
            <a:off x="3594100" y="152400"/>
            <a:ext cx="0" cy="6584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D57D0EF-6F4D-3A8F-79D1-90FFCF66AAA9}"/>
              </a:ext>
            </a:extLst>
          </p:cNvPr>
          <p:cNvCxnSpPr/>
          <p:nvPr/>
        </p:nvCxnSpPr>
        <p:spPr>
          <a:xfrm>
            <a:off x="6807200" y="152400"/>
            <a:ext cx="151676" cy="32448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45BA78A-F1CE-F5F6-BE19-A2D1061A1C33}"/>
              </a:ext>
            </a:extLst>
          </p:cNvPr>
          <p:cNvCxnSpPr/>
          <p:nvPr/>
        </p:nvCxnSpPr>
        <p:spPr>
          <a:xfrm>
            <a:off x="6958876" y="3397250"/>
            <a:ext cx="635724" cy="101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6A46CE8-6C5E-C4D8-1334-61319648D01C}"/>
              </a:ext>
            </a:extLst>
          </p:cNvPr>
          <p:cNvCxnSpPr/>
          <p:nvPr/>
        </p:nvCxnSpPr>
        <p:spPr>
          <a:xfrm>
            <a:off x="7594600" y="3498850"/>
            <a:ext cx="158750" cy="31464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FBA3EE-ECB2-4FB3-ACF7-AB2D70BE094C}"/>
              </a:ext>
            </a:extLst>
          </p:cNvPr>
          <p:cNvSpPr txBox="1"/>
          <p:nvPr/>
        </p:nvSpPr>
        <p:spPr>
          <a:xfrm>
            <a:off x="1884222" y="4003166"/>
            <a:ext cx="1941653" cy="76944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sz="1100" dirty="0"/>
              <a:t>This is the only setting that needs to be edited, altering the density of objects placed.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BCA5E34-53A7-CA17-C421-F137FFFC6289}"/>
              </a:ext>
            </a:extLst>
          </p:cNvPr>
          <p:cNvCxnSpPr>
            <a:endCxn id="26" idx="2"/>
          </p:cNvCxnSpPr>
          <p:nvPr/>
        </p:nvCxnSpPr>
        <p:spPr>
          <a:xfrm flipV="1">
            <a:off x="2997200" y="3397250"/>
            <a:ext cx="243944" cy="6059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1407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400</Words>
  <Application>Microsoft Office PowerPoint</Application>
  <PresentationFormat>Widescreen</PresentationFormat>
  <Paragraphs>73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How to access each tool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Cayden Andrews</dc:creator>
  <cp:lastModifiedBy>Cayden Andrews</cp:lastModifiedBy>
  <cp:revision>21</cp:revision>
  <dcterms:created xsi:type="dcterms:W3CDTF">2026-01-10T11:44:44Z</dcterms:created>
  <dcterms:modified xsi:type="dcterms:W3CDTF">2026-01-30T11:36:41Z</dcterms:modified>
</cp:coreProperties>
</file>