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7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53611" y="11128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859520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3583640" y="14898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Palette/</a:t>
            </a:r>
          </a:p>
          <a:p>
            <a:r>
              <a:rPr lang="en-GB" dirty="0"/>
              <a:t>Biome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  <a:p>
            <a:r>
              <a:rPr lang="en-GB" sz="1050" dirty="0"/>
              <a:t>(% of biome taken up by objects)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 </a:t>
            </a:r>
          </a:p>
          <a:p>
            <a:r>
              <a:rPr lang="en-GB" sz="1200" dirty="0"/>
              <a:t>(% chance of object from group being placed when placing an object)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33362" y="1684642"/>
            <a:ext cx="368425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141</Words>
  <Application>Microsoft Office PowerPoint</Application>
  <PresentationFormat>Widescreen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15</cp:revision>
  <dcterms:created xsi:type="dcterms:W3CDTF">2026-01-10T11:44:44Z</dcterms:created>
  <dcterms:modified xsi:type="dcterms:W3CDTF">2026-01-16T14:51:34Z</dcterms:modified>
</cp:coreProperties>
</file>