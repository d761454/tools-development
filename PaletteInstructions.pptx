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14220" y="224737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495057" y="149167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112</Words>
  <Application>Microsoft Office PowerPoint</Application>
  <PresentationFormat>Widescreen</PresentationFormat>
  <Paragraphs>34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13</cp:revision>
  <dcterms:created xsi:type="dcterms:W3CDTF">2026-01-10T11:44:44Z</dcterms:created>
  <dcterms:modified xsi:type="dcterms:W3CDTF">2026-01-12T16:36:01Z</dcterms:modified>
</cp:coreProperties>
</file>