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DC69-C774-62B4-063B-AD332E3AF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0279C-A548-1BA9-735D-CA8E5B82B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C4A0C-9D8C-146D-C8A1-77F3653E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E8CE-41B7-F43C-3FA7-901D8EF5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6216F-C36F-96E7-22DB-978337CA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53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A176-3D1D-8CC1-401A-F822656E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06C7-6049-C952-7228-C774EE86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9C54E-7563-BC51-FDA0-08B0F88F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19327-E598-196E-DFE3-16FE9D29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FF09-5D70-A080-4531-A161E4CC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4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0825-46C5-B8ED-29E8-0D8A44E7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8B15C-204E-8A9F-BDA2-BDB97CC32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00216-BFAA-205F-E049-8BAA5E96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B3C7-3A95-4DB0-E59D-9C299BA45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18C81-E465-F5AF-628E-829BEFCB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82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50C4-EC92-A1A3-38BD-CAA40F63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44826-D500-1408-DE02-2EC18D15F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AA762-22AC-D184-E6CD-28E7F1528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5B085-507B-D4D2-8F98-D04ED6B4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A1D3-AC3A-E51F-ACC5-19E4C2377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51452-DB95-3D63-46B3-C7B7B70D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09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25B2-2E20-5E03-7C7A-EDCD6906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681B2-F55D-2092-42AF-9CED1A69C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A1739-262D-FADE-4DCD-E81E25AFA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84299-6035-DC15-33F5-020C80612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CDAC2-71A0-16BF-5767-132CFDDA6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A7736-E3DA-60C0-3862-5590E0BF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5074B-EBEE-008D-7C4C-A4CB164B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217DD-9B3B-72CE-7E45-3B6CC5FE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39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A5EA-9C46-82E3-AB8E-D8DF893F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6CB26-0005-F5AC-32A5-B1617BB0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D4929-8799-0E6E-BE34-606B8B52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0041-CAEA-B74E-8347-7A60E895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56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E9078-A055-3447-0C54-55E61C63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9FB20-0542-5B63-1B51-4ED020B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C030-FD27-F7B9-1338-68EAA767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8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F222-1FA4-033D-3669-9286CDAB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233D-F8F7-66F1-D3EB-C01A615A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041C1-BBB7-E31D-42CB-CDCD0983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6EB47-6058-B27F-67C2-51D0F612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B72B3-E5E8-74AE-78EB-2095C2C0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C6132-B70F-1D6F-400A-1F810523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85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7105-F82A-E91C-48D7-BA6A7980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0C6C9-8ABD-B7A0-3927-F1AC0FA35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CFAB9-2A9B-EF40-3A8A-2CE680AE6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8BF3E-AEE1-6E54-3248-936CC023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2CEC9-4E20-6D78-D99D-63E057F9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5EE9B-410F-6F56-1D92-B71BA57A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43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8943-2635-3F85-43EF-A73D2623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731B8-89C2-4FD8-3349-42362B00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547A3-EB26-F4F6-A1BB-E01A27F1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AACE4-BFD8-AEE5-2383-C54CA491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19E82-9B1A-8D76-3C04-B913A70D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3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D32DB-71A8-1CCA-E0DF-D9B264ACE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92547-F5D4-3660-E772-9419FB9D8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664ED-2A98-FD09-AC13-A0C942EC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9907-7104-0DEF-DBBA-2A4A313C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5F94-5C0A-D089-6880-E9FC34E0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36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04B5A-6C6D-28F6-6605-2A350E7A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B5F5F-0CD3-A9C6-86BA-92FDB086F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DCCDE-007D-538C-B227-F9D49A78F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F75EA-5DA0-4839-9D7D-A0FA68C3529A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6FDB3-A4D0-1091-6EAE-A9E1FD1E8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C164-7041-F3FE-980B-C4AF4C5EB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A853E-81EC-4BFC-9D13-69A3AD8BAE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51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F1C0F-19D0-6809-483F-67AF669BC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8" y="124063"/>
            <a:ext cx="1560579" cy="1560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7CDD3-63EE-5958-DD46-B7B3BB0E0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7" y="1813830"/>
            <a:ext cx="1560579" cy="1560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3A646-8B99-CAAD-D869-106F10CD5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7" y="3503597"/>
            <a:ext cx="1560579" cy="1560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80562-4B8B-C58C-5569-20CCDEC30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6" y="5169015"/>
            <a:ext cx="1560579" cy="156057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D4D824-EA80-BAE2-0C2A-0C82D14253B1}"/>
              </a:ext>
            </a:extLst>
          </p:cNvPr>
          <p:cNvCxnSpPr/>
          <p:nvPr/>
        </p:nvCxnSpPr>
        <p:spPr>
          <a:xfrm>
            <a:off x="57150" y="1746250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FAABF3-09D4-2FF5-C0AC-31EC53F7F0D3}"/>
              </a:ext>
            </a:extLst>
          </p:cNvPr>
          <p:cNvCxnSpPr/>
          <p:nvPr/>
        </p:nvCxnSpPr>
        <p:spPr>
          <a:xfrm>
            <a:off x="57150" y="3435350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164283-6EFF-8866-8861-0467EB7F1019}"/>
              </a:ext>
            </a:extLst>
          </p:cNvPr>
          <p:cNvCxnSpPr/>
          <p:nvPr/>
        </p:nvCxnSpPr>
        <p:spPr>
          <a:xfrm>
            <a:off x="57150" y="5111750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3F30F31-2C14-7898-8CFA-3EE7856FC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520" y="891292"/>
            <a:ext cx="571580" cy="752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6E6BDD-B6DE-BD25-9FF2-245EEA7B2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070" y="2538837"/>
            <a:ext cx="600159" cy="7906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3278CC-EDE7-EA22-86DA-4687E35A06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948" y="2491352"/>
            <a:ext cx="609685" cy="7335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8CA3D9-AF1B-C375-4F98-F7FF7920A0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377" y="886528"/>
            <a:ext cx="600159" cy="7716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15D0316-1BD1-E1BD-0F7C-6C0D6843CF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2454" y="5958994"/>
            <a:ext cx="609685" cy="7430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240003-3A85-9C28-D37A-06E764563F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069" y="4243295"/>
            <a:ext cx="600159" cy="790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8B84A4-5C13-E997-A1DD-DB1F4DA09D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2693" y="4243295"/>
            <a:ext cx="600159" cy="7716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1E1535-821E-F790-D2FE-C290530C2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317" y="4252820"/>
            <a:ext cx="571580" cy="7525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89D8C7F-3DE1-E97D-BD3F-3593224422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4842" y="5958994"/>
            <a:ext cx="609685" cy="7335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3D72C8-7197-9D60-A6B4-BB60C56720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935" y="922987"/>
            <a:ext cx="609685" cy="7430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97D4738-39D1-FBBE-39F7-47B00322E329}"/>
              </a:ext>
            </a:extLst>
          </p:cNvPr>
          <p:cNvSpPr txBox="1"/>
          <p:nvPr/>
        </p:nvSpPr>
        <p:spPr>
          <a:xfrm>
            <a:off x="6614220" y="224737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25%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D516E3-159B-46FE-9D7C-E39697C971AF}"/>
              </a:ext>
            </a:extLst>
          </p:cNvPr>
          <p:cNvSpPr txBox="1"/>
          <p:nvPr/>
        </p:nvSpPr>
        <p:spPr>
          <a:xfrm>
            <a:off x="4192313" y="514208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C7632B-A411-BACA-768B-B9C33D7ACACE}"/>
              </a:ext>
            </a:extLst>
          </p:cNvPr>
          <p:cNvSpPr txBox="1"/>
          <p:nvPr/>
        </p:nvSpPr>
        <p:spPr>
          <a:xfrm>
            <a:off x="2859520" y="514208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FAF138-635E-3041-54D6-5712A05CDE0A}"/>
              </a:ext>
            </a:extLst>
          </p:cNvPr>
          <p:cNvSpPr txBox="1"/>
          <p:nvPr/>
        </p:nvSpPr>
        <p:spPr>
          <a:xfrm>
            <a:off x="2851006" y="2231060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13F097-2DB2-1772-B111-ED412C982561}"/>
              </a:ext>
            </a:extLst>
          </p:cNvPr>
          <p:cNvSpPr txBox="1"/>
          <p:nvPr/>
        </p:nvSpPr>
        <p:spPr>
          <a:xfrm>
            <a:off x="2874746" y="3904160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AFF2FD-5B11-1C5A-9786-776861B43610}"/>
              </a:ext>
            </a:extLst>
          </p:cNvPr>
          <p:cNvSpPr txBox="1"/>
          <p:nvPr/>
        </p:nvSpPr>
        <p:spPr>
          <a:xfrm>
            <a:off x="2833153" y="5629813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66%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072508-B13E-E5E6-2604-E9F3A7FDD471}"/>
              </a:ext>
            </a:extLst>
          </p:cNvPr>
          <p:cNvSpPr txBox="1"/>
          <p:nvPr/>
        </p:nvSpPr>
        <p:spPr>
          <a:xfrm>
            <a:off x="4710848" y="5629814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34%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035DBD-0F5B-05DB-CE21-C8B1435CB537}"/>
              </a:ext>
            </a:extLst>
          </p:cNvPr>
          <p:cNvSpPr txBox="1"/>
          <p:nvPr/>
        </p:nvSpPr>
        <p:spPr>
          <a:xfrm>
            <a:off x="4735596" y="3911156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40%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BC3066-6006-78B6-C2B0-00D68C38440B}"/>
              </a:ext>
            </a:extLst>
          </p:cNvPr>
          <p:cNvSpPr txBox="1"/>
          <p:nvPr/>
        </p:nvSpPr>
        <p:spPr>
          <a:xfrm>
            <a:off x="4729976" y="2197656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75%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131C3D-97D4-85E8-9C6D-8C260212572E}"/>
              </a:ext>
            </a:extLst>
          </p:cNvPr>
          <p:cNvSpPr txBox="1"/>
          <p:nvPr/>
        </p:nvSpPr>
        <p:spPr>
          <a:xfrm>
            <a:off x="6653611" y="3916711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20%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C4063A-89DD-3C22-81A3-0795EC7AA94A}"/>
              </a:ext>
            </a:extLst>
          </p:cNvPr>
          <p:cNvSpPr/>
          <p:nvPr/>
        </p:nvSpPr>
        <p:spPr>
          <a:xfrm>
            <a:off x="2698750" y="514208"/>
            <a:ext cx="2120900" cy="118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9BA20A-F607-1CFA-8D35-25B87D451355}"/>
              </a:ext>
            </a:extLst>
          </p:cNvPr>
          <p:cNvSpPr txBox="1"/>
          <p:nvPr/>
        </p:nvSpPr>
        <p:spPr>
          <a:xfrm>
            <a:off x="3495057" y="149167"/>
            <a:ext cx="52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75%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6BE52F-0CB0-EEBD-ECE4-867E90E45F1E}"/>
              </a:ext>
            </a:extLst>
          </p:cNvPr>
          <p:cNvSpPr txBox="1"/>
          <p:nvPr/>
        </p:nvSpPr>
        <p:spPr>
          <a:xfrm>
            <a:off x="6612796" y="557946"/>
            <a:ext cx="65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100%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C63B35-3821-10A5-58B2-9D898B7E5405}"/>
              </a:ext>
            </a:extLst>
          </p:cNvPr>
          <p:cNvSpPr/>
          <p:nvPr/>
        </p:nvSpPr>
        <p:spPr>
          <a:xfrm>
            <a:off x="6470224" y="504518"/>
            <a:ext cx="816277" cy="118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124534-E43D-35F4-D26B-33C6354F066B}"/>
              </a:ext>
            </a:extLst>
          </p:cNvPr>
          <p:cNvSpPr txBox="1"/>
          <p:nvPr/>
        </p:nvSpPr>
        <p:spPr>
          <a:xfrm>
            <a:off x="3785367" y="1853846"/>
            <a:ext cx="65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100%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156F24D-07B4-3AAE-D5FF-8196BEC680E1}"/>
              </a:ext>
            </a:extLst>
          </p:cNvPr>
          <p:cNvSpPr/>
          <p:nvPr/>
        </p:nvSpPr>
        <p:spPr>
          <a:xfrm>
            <a:off x="2698750" y="2185410"/>
            <a:ext cx="2683399" cy="118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F1FDDA-7779-46DC-6ECF-DF8E34F75DF5}"/>
              </a:ext>
            </a:extLst>
          </p:cNvPr>
          <p:cNvSpPr txBox="1"/>
          <p:nvPr/>
        </p:nvSpPr>
        <p:spPr>
          <a:xfrm>
            <a:off x="4729975" y="3496292"/>
            <a:ext cx="65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100%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BB29FA-2547-7E7B-EE9D-449E377D6B6A}"/>
              </a:ext>
            </a:extLst>
          </p:cNvPr>
          <p:cNvSpPr/>
          <p:nvPr/>
        </p:nvSpPr>
        <p:spPr>
          <a:xfrm>
            <a:off x="2698750" y="3859624"/>
            <a:ext cx="4679012" cy="118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B77318-047F-530B-FD2E-C0F2B4848BE2}"/>
              </a:ext>
            </a:extLst>
          </p:cNvPr>
          <p:cNvSpPr txBox="1"/>
          <p:nvPr/>
        </p:nvSpPr>
        <p:spPr>
          <a:xfrm>
            <a:off x="3785367" y="5169015"/>
            <a:ext cx="65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100%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0BEAAD-336B-D169-01D9-63E8055D937A}"/>
              </a:ext>
            </a:extLst>
          </p:cNvPr>
          <p:cNvSpPr/>
          <p:nvPr/>
        </p:nvSpPr>
        <p:spPr>
          <a:xfrm>
            <a:off x="2698750" y="5560600"/>
            <a:ext cx="2684345" cy="118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52358D-32EA-9F32-4594-0FD8BC1DC24F}"/>
              </a:ext>
            </a:extLst>
          </p:cNvPr>
          <p:cNvSpPr/>
          <p:nvPr/>
        </p:nvSpPr>
        <p:spPr>
          <a:xfrm>
            <a:off x="8672933" y="273489"/>
            <a:ext cx="591717" cy="570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5AEB19-1706-6727-1B37-7381965447DA}"/>
              </a:ext>
            </a:extLst>
          </p:cNvPr>
          <p:cNvSpPr txBox="1"/>
          <p:nvPr/>
        </p:nvSpPr>
        <p:spPr>
          <a:xfrm>
            <a:off x="9355682" y="37328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= Individual Group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8CCB45-0FF2-F7F3-6AEA-09E94B6762C0}"/>
              </a:ext>
            </a:extLst>
          </p:cNvPr>
          <p:cNvSpPr txBox="1"/>
          <p:nvPr/>
        </p:nvSpPr>
        <p:spPr>
          <a:xfrm>
            <a:off x="174385" y="188614"/>
            <a:ext cx="143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Palette 1</a:t>
            </a:r>
          </a:p>
          <a:p>
            <a:endParaRPr lang="en-GB" dirty="0"/>
          </a:p>
          <a:p>
            <a:r>
              <a:rPr lang="en-GB" dirty="0"/>
              <a:t>Density: 25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D69543-98FA-9D05-FA8B-6E2D2B73DC58}"/>
              </a:ext>
            </a:extLst>
          </p:cNvPr>
          <p:cNvSpPr txBox="1"/>
          <p:nvPr/>
        </p:nvSpPr>
        <p:spPr>
          <a:xfrm>
            <a:off x="111646" y="1877713"/>
            <a:ext cx="143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Palette 2</a:t>
            </a:r>
          </a:p>
          <a:p>
            <a:endParaRPr lang="en-GB" dirty="0"/>
          </a:p>
          <a:p>
            <a:r>
              <a:rPr lang="en-GB" dirty="0"/>
              <a:t>Density: 50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39D29A-F44D-D6AE-8172-F3FCEE6EA930}"/>
              </a:ext>
            </a:extLst>
          </p:cNvPr>
          <p:cNvSpPr txBox="1"/>
          <p:nvPr/>
        </p:nvSpPr>
        <p:spPr>
          <a:xfrm>
            <a:off x="174385" y="3568759"/>
            <a:ext cx="143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Palette 3</a:t>
            </a:r>
          </a:p>
          <a:p>
            <a:endParaRPr lang="en-GB" dirty="0"/>
          </a:p>
          <a:p>
            <a:r>
              <a:rPr lang="en-GB" dirty="0"/>
              <a:t>Density: 50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131F5F-9469-7523-74AD-873394A4B489}"/>
              </a:ext>
            </a:extLst>
          </p:cNvPr>
          <p:cNvSpPr txBox="1"/>
          <p:nvPr/>
        </p:nvSpPr>
        <p:spPr>
          <a:xfrm>
            <a:off x="174385" y="5245158"/>
            <a:ext cx="143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Palette 4</a:t>
            </a:r>
          </a:p>
          <a:p>
            <a:endParaRPr lang="en-GB" dirty="0"/>
          </a:p>
          <a:p>
            <a:r>
              <a:rPr lang="en-GB" dirty="0"/>
              <a:t>Density: 33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D0A326-223F-391F-E943-1DCA9822D04A}"/>
              </a:ext>
            </a:extLst>
          </p:cNvPr>
          <p:cNvSpPr txBox="1"/>
          <p:nvPr/>
        </p:nvSpPr>
        <p:spPr>
          <a:xfrm>
            <a:off x="8672933" y="978872"/>
            <a:ext cx="327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Bold    </a:t>
            </a:r>
            <a:r>
              <a:rPr lang="en-GB" dirty="0"/>
              <a:t>= Group Weighting</a:t>
            </a:r>
          </a:p>
        </p:txBody>
      </p:sp>
    </p:spTree>
    <p:extLst>
      <p:ext uri="{BB962C8B-B14F-4D97-AF65-F5344CB8AC3E}">
        <p14:creationId xmlns:p14="http://schemas.microsoft.com/office/powerpoint/2010/main" val="354187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Cayden Andrews</dc:creator>
  <cp:lastModifiedBy>Cayden Andrews</cp:lastModifiedBy>
  <cp:revision>12</cp:revision>
  <dcterms:created xsi:type="dcterms:W3CDTF">2026-01-10T11:44:44Z</dcterms:created>
  <dcterms:modified xsi:type="dcterms:W3CDTF">2026-01-11T17:55:57Z</dcterms:modified>
</cp:coreProperties>
</file>